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layfair Display"/>
      <p:regular r:id="rId18"/>
      <p:bold r:id="rId19"/>
      <p:italic r:id="rId20"/>
      <p:boldItalic r:id="rId21"/>
    </p:embeddedFont>
    <p:embeddedFont>
      <p:font typeface="Nunito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italic.fntdata"/><Relationship Id="rId22" Type="http://schemas.openxmlformats.org/officeDocument/2006/relationships/font" Target="fonts/Nunito-regular.fntdata"/><Relationship Id="rId21" Type="http://schemas.openxmlformats.org/officeDocument/2006/relationships/font" Target="fonts/PlayfairDisplay-boldItalic.fntdata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Nunito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bold.fntdata"/><Relationship Id="rId18" Type="http://schemas.openxmlformats.org/officeDocument/2006/relationships/font" Target="fonts/PlayfairDis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d026562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d026562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f6953d378_1_6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f6953d378_1_6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9f6953d378_1_6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d0265622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d0265622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f6953d378_1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f6953d378_1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d0265622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6d0265622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f6953d378_1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f6953d378_1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f9375df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f9375df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f6953d378_1_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f6953d378_1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fb1e5d6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fb1e5d6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d0265622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d0265622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e0e44340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e0e4434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3014100" y="1003250"/>
            <a:ext cx="3149100" cy="3155100"/>
          </a:xfrm>
          <a:prstGeom prst="rect">
            <a:avLst/>
          </a:prstGeom>
          <a:solidFill>
            <a:schemeClr val="lt1"/>
          </a:solidFill>
          <a:ln cap="flat" cmpd="sng" w="22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6" name="Google Shape;66;p14" title="Transparent_HD_Outline_Red_Ticket_Icon-removebg-preview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699992">
            <a:off x="2588520" y="688868"/>
            <a:ext cx="4019663" cy="401966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>
            <p:ph type="ctrTitle"/>
          </p:nvPr>
        </p:nvSpPr>
        <p:spPr>
          <a:xfrm>
            <a:off x="2839125" y="1734850"/>
            <a:ext cx="2838000" cy="151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TicketR</a:t>
            </a:r>
            <a:endParaRPr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3014100" y="4391475"/>
            <a:ext cx="31491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Team : 4343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chemeClr val="dk2"/>
                </a:solidFill>
              </a:rPr>
              <a:t>(Linwei, Shaeem, Miad, Firda, Nischal, Mohmed)</a:t>
            </a:r>
            <a:endParaRPr b="0" sz="15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11/3/2025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830925" y="536180"/>
            <a:ext cx="1085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IDEA?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243361" y="1525155"/>
            <a:ext cx="26289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 system for campus events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Sell tickets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Create events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Generate attendance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Review Revenue Report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3630301" y="536175"/>
            <a:ext cx="1714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TARGET?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07608" y="1525157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 Event related activities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Campus organizations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Visitors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Students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6915075" y="536175"/>
            <a:ext cx="1416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INVEST?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6296746" y="1525150"/>
            <a:ext cx="2685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Growing Market with Increased Demand:</a:t>
            </a:r>
            <a:endParaRPr b="1" sz="1800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Student events, Greek life</a:t>
            </a:r>
            <a:endParaRPr sz="1800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New </a:t>
            </a:r>
            <a:r>
              <a:rPr lang="en" sz="1800"/>
              <a:t>students</a:t>
            </a:r>
            <a:r>
              <a:rPr lang="en" sz="1800"/>
              <a:t> every year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Ai chat box </a:t>
            </a:r>
            <a:endParaRPr sz="1800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Efficient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Revenue:</a:t>
            </a:r>
            <a:endParaRPr b="1" sz="1800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Promotions/Advertising</a:t>
            </a:r>
            <a:endParaRPr sz="1800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Licensing</a:t>
            </a:r>
            <a:endParaRPr sz="1800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800"/>
              <a:t>Take % of ticket sales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Profit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</a:t>
            </a:r>
            <a:r>
              <a:rPr lang="en"/>
              <a:t>harge Organization for renting an event page base on their attendees from this program.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Provide campus related ads, or event sponsorships.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Recommendation spots for hosts, such as top events.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Large events, holiday discount, encourage more ticket purchases, and event page rentings.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Take 5-10% of ticket sales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VIPs, regular users can have early register spot for event, whereas hosts can have better analysis on attendees.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397975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Journey</a:t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584254" y="2121600"/>
            <a:ext cx="1093800" cy="8937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3081954" y="1058925"/>
            <a:ext cx="1632900" cy="10887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192854" y="3624375"/>
            <a:ext cx="1846800" cy="10887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6712979" y="1884600"/>
            <a:ext cx="1959300" cy="10887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1393590" y="3543246"/>
            <a:ext cx="1593300" cy="969000"/>
          </a:xfrm>
          <a:prstGeom prst="rect">
            <a:avLst/>
          </a:prstGeom>
          <a:solidFill>
            <a:srgbClr val="666666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6" name="Google Shape;96;p17"/>
          <p:cNvCxnSpPr>
            <a:stCxn id="91" idx="3"/>
            <a:endCxn id="92" idx="1"/>
          </p:cNvCxnSpPr>
          <p:nvPr/>
        </p:nvCxnSpPr>
        <p:spPr>
          <a:xfrm flipH="1" rot="10800000">
            <a:off x="1678054" y="1603350"/>
            <a:ext cx="1404000" cy="96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7"/>
          <p:cNvCxnSpPr>
            <a:stCxn id="92" idx="2"/>
            <a:endCxn id="94" idx="1"/>
          </p:cNvCxnSpPr>
          <p:nvPr/>
        </p:nvCxnSpPr>
        <p:spPr>
          <a:xfrm>
            <a:off x="3898404" y="2147625"/>
            <a:ext cx="2814600" cy="28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7"/>
          <p:cNvCxnSpPr>
            <a:stCxn id="94" idx="2"/>
            <a:endCxn id="93" idx="3"/>
          </p:cNvCxnSpPr>
          <p:nvPr/>
        </p:nvCxnSpPr>
        <p:spPr>
          <a:xfrm flipH="1">
            <a:off x="6039629" y="2973300"/>
            <a:ext cx="1653000" cy="119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7"/>
          <p:cNvCxnSpPr>
            <a:stCxn id="93" idx="1"/>
            <a:endCxn id="95" idx="3"/>
          </p:cNvCxnSpPr>
          <p:nvPr/>
        </p:nvCxnSpPr>
        <p:spPr>
          <a:xfrm rot="10800000">
            <a:off x="2986854" y="4027725"/>
            <a:ext cx="1206000" cy="14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" name="Google Shape;100;p17"/>
          <p:cNvSpPr txBox="1"/>
          <p:nvPr/>
        </p:nvSpPr>
        <p:spPr>
          <a:xfrm rot="-2065470">
            <a:off x="1772202" y="2082206"/>
            <a:ext cx="1369667" cy="3539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SIGN UP/ LOG IN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 rot="317127">
            <a:off x="4553287" y="2269928"/>
            <a:ext cx="1914942" cy="3540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BROWSE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EVENTS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6712979" y="2198100"/>
            <a:ext cx="251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SELECT EVENTS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 rot="1252248">
            <a:off x="5187326" y="1664472"/>
            <a:ext cx="1169645" cy="3539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AI 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CHATBOT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3255442" y="1351688"/>
            <a:ext cx="128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Homepage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722993" y="2340888"/>
            <a:ext cx="81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Enter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6" name="Google Shape;106;p17"/>
          <p:cNvCxnSpPr>
            <a:stCxn id="92" idx="3"/>
            <a:endCxn id="102" idx="1"/>
          </p:cNvCxnSpPr>
          <p:nvPr/>
        </p:nvCxnSpPr>
        <p:spPr>
          <a:xfrm>
            <a:off x="4714854" y="1603275"/>
            <a:ext cx="1998000" cy="8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7"/>
          <p:cNvCxnSpPr>
            <a:stCxn id="91" idx="0"/>
            <a:endCxn id="92" idx="1"/>
          </p:cNvCxnSpPr>
          <p:nvPr/>
        </p:nvCxnSpPr>
        <p:spPr>
          <a:xfrm flipH="1" rot="10800000">
            <a:off x="1131154" y="1603200"/>
            <a:ext cx="1950900" cy="51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17"/>
          <p:cNvSpPr txBox="1"/>
          <p:nvPr/>
        </p:nvSpPr>
        <p:spPr>
          <a:xfrm rot="-829921">
            <a:off x="1562760" y="1414083"/>
            <a:ext cx="1449329" cy="3778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BROWSE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 rot="-2156440">
            <a:off x="5976156" y="3523104"/>
            <a:ext cx="2156924" cy="5233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(SIGN IN OR SIGN UP) SELECT PAYMENT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4192854" y="3937875"/>
            <a:ext cx="193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Pay and Confirm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1438490" y="3796896"/>
            <a:ext cx="184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Digital Ticket 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 rot="440092">
            <a:off x="3113228" y="3562296"/>
            <a:ext cx="1036280" cy="5232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ADD TICKET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TO PROFILE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ADMIN/ EVENT HOST JOURNEY</a:t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817500" y="2121600"/>
            <a:ext cx="1093800" cy="9003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3525063" y="1344025"/>
            <a:ext cx="1632900" cy="10887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3463975" y="3595525"/>
            <a:ext cx="1632900" cy="108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6508125" y="2375375"/>
            <a:ext cx="1959300" cy="10887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2" name="Google Shape;122;p18"/>
          <p:cNvCxnSpPr>
            <a:stCxn id="118" idx="3"/>
            <a:endCxn id="119" idx="1"/>
          </p:cNvCxnSpPr>
          <p:nvPr/>
        </p:nvCxnSpPr>
        <p:spPr>
          <a:xfrm flipH="1" rot="10800000">
            <a:off x="1911300" y="1888350"/>
            <a:ext cx="1613700" cy="68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8"/>
          <p:cNvCxnSpPr>
            <a:stCxn id="121" idx="2"/>
            <a:endCxn id="124" idx="3"/>
          </p:cNvCxnSpPr>
          <p:nvPr/>
        </p:nvCxnSpPr>
        <p:spPr>
          <a:xfrm flipH="1">
            <a:off x="5136375" y="3464075"/>
            <a:ext cx="2351400" cy="67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18"/>
          <p:cNvSpPr txBox="1"/>
          <p:nvPr/>
        </p:nvSpPr>
        <p:spPr>
          <a:xfrm rot="-1396330">
            <a:off x="1922752" y="2252021"/>
            <a:ext cx="1625667" cy="3538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SIGN UP/ LOG IN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3698601" y="1657525"/>
            <a:ext cx="137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Homepage</a:t>
            </a:r>
            <a:endParaRPr b="1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975678" y="2340888"/>
            <a:ext cx="81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Enter</a:t>
            </a:r>
            <a:endParaRPr b="1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8" name="Google Shape;128;p18"/>
          <p:cNvCxnSpPr>
            <a:stCxn id="119" idx="3"/>
            <a:endCxn id="121" idx="0"/>
          </p:cNvCxnSpPr>
          <p:nvPr/>
        </p:nvCxnSpPr>
        <p:spPr>
          <a:xfrm>
            <a:off x="5157963" y="1888375"/>
            <a:ext cx="2329800" cy="48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8"/>
          <p:cNvCxnSpPr>
            <a:stCxn id="118" idx="0"/>
          </p:cNvCxnSpPr>
          <p:nvPr/>
        </p:nvCxnSpPr>
        <p:spPr>
          <a:xfrm flipH="1" rot="10800000">
            <a:off x="1364400" y="1868400"/>
            <a:ext cx="2145300" cy="25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18"/>
          <p:cNvSpPr txBox="1"/>
          <p:nvPr/>
        </p:nvSpPr>
        <p:spPr>
          <a:xfrm rot="-961392">
            <a:off x="5941587" y="3751997"/>
            <a:ext cx="1183582" cy="3539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EVENT DETAIL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6653597" y="2654338"/>
            <a:ext cx="171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Create</a:t>
            </a: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 Event</a:t>
            </a:r>
            <a:endParaRPr b="1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 rot="752064">
            <a:off x="5655099" y="1574239"/>
            <a:ext cx="1335326" cy="5233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(SIGN UP/LOG IN) PROFILE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 rot="-2449681">
            <a:off x="5255286" y="3065362"/>
            <a:ext cx="1143026" cy="3539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AI CHATBOT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3424525" y="3595525"/>
            <a:ext cx="1711800" cy="1088700"/>
          </a:xfrm>
          <a:prstGeom prst="rect">
            <a:avLst/>
          </a:prstGeom>
          <a:solidFill>
            <a:srgbClr val="666666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3743232" y="3755728"/>
            <a:ext cx="109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Confirm and Post</a:t>
            </a:r>
            <a:endParaRPr b="1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5" name="Google Shape;135;p18"/>
          <p:cNvCxnSpPr>
            <a:stCxn id="121" idx="1"/>
            <a:endCxn id="124" idx="3"/>
          </p:cNvCxnSpPr>
          <p:nvPr/>
        </p:nvCxnSpPr>
        <p:spPr>
          <a:xfrm flipH="1">
            <a:off x="5136225" y="2919725"/>
            <a:ext cx="1371900" cy="12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18"/>
          <p:cNvSpPr txBox="1"/>
          <p:nvPr/>
        </p:nvSpPr>
        <p:spPr>
          <a:xfrm rot="-425561">
            <a:off x="1975411" y="1658890"/>
            <a:ext cx="923265" cy="3540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BROWSE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1237896" y="3580825"/>
            <a:ext cx="1096200" cy="10887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1368400" y="3755725"/>
            <a:ext cx="816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Event State</a:t>
            </a:r>
            <a:endParaRPr b="1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9" name="Google Shape;139;p18"/>
          <p:cNvCxnSpPr>
            <a:stCxn id="124" idx="1"/>
            <a:endCxn id="137" idx="3"/>
          </p:cNvCxnSpPr>
          <p:nvPr/>
        </p:nvCxnSpPr>
        <p:spPr>
          <a:xfrm rot="10800000">
            <a:off x="2334025" y="4125175"/>
            <a:ext cx="1090500" cy="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18"/>
          <p:cNvSpPr txBox="1"/>
          <p:nvPr/>
        </p:nvSpPr>
        <p:spPr>
          <a:xfrm>
            <a:off x="2548050" y="3773275"/>
            <a:ext cx="67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CHECK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					The Stack</a:t>
            </a:r>
            <a:endParaRPr/>
          </a:p>
        </p:txBody>
      </p:sp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Frontend:</a:t>
            </a:r>
            <a:r>
              <a:rPr lang="en" sz="1917"/>
              <a:t>  </a:t>
            </a:r>
            <a:r>
              <a:rPr lang="en"/>
              <a:t> React for user interface for students, organizers, and admins.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88"/>
              <a:t>Backend:</a:t>
            </a:r>
            <a:r>
              <a:rPr lang="en" sz="1788"/>
              <a:t> </a:t>
            </a:r>
            <a:r>
              <a:rPr lang="en"/>
              <a:t>  Python (Flask) for the API layer that connects the frontend to the database.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Database:</a:t>
            </a:r>
            <a:r>
              <a:rPr lang="en"/>
              <a:t>   MySQL for storing persistent data for Users, Events, and Attendance.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Deployment:</a:t>
            </a:r>
            <a:r>
              <a:rPr lang="en"/>
              <a:t>   Docker for containerize each service for easy deployment.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Reporting:   </a:t>
            </a:r>
            <a:r>
              <a:rPr lang="en"/>
              <a:t>Excel for generate attendance, ticket sales, and revenue summaries.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8680500" y="2218175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6707475" y="1304575"/>
            <a:ext cx="55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/>
        </p:nvSpPr>
        <p:spPr>
          <a:xfrm>
            <a:off x="4535180" y="1647993"/>
            <a:ext cx="3780900" cy="2604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856380" y="1654468"/>
            <a:ext cx="2838000" cy="2604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5" name="Google Shape;155;p20" title="download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7817" y="2175936"/>
            <a:ext cx="1046576" cy="1046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0" title="15+_Database_Icon_White_Png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4441" y="2256572"/>
            <a:ext cx="762000" cy="965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 title="Free_mobile_icon_png_vector_-_Pixsector__Free_vector_images__mockups__PSDs_and_photos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2800" y="2385403"/>
            <a:ext cx="979106" cy="97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 title="Monitor_Icon-removebg-preview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0913" y="682517"/>
            <a:ext cx="4033325" cy="403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 txBox="1"/>
          <p:nvPr/>
        </p:nvSpPr>
        <p:spPr>
          <a:xfrm>
            <a:off x="1240508" y="830480"/>
            <a:ext cx="1827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FRONTEND</a:t>
            </a:r>
            <a:endParaRPr b="1"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(client side)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1797714" y="3266025"/>
            <a:ext cx="8568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5150" lIns="75150" spcFirstLastPara="1" rIns="75150" wrap="square" tIns="751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79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React.js</a:t>
            </a:r>
            <a:endParaRPr sz="1479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5511969" y="791600"/>
            <a:ext cx="1827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BACKEND</a:t>
            </a:r>
            <a:endParaRPr b="1"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(server side)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6922462" y="3214428"/>
            <a:ext cx="726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database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MySQL</a:t>
            </a:r>
            <a:endParaRPr sz="1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5227218" y="3182169"/>
            <a:ext cx="762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4650" lIns="74650" spcFirstLastPara="1" rIns="74650" wrap="square" tIns="74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server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7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  <a:endParaRPr sz="147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64" name="Google Shape;164;p20"/>
          <p:cNvCxnSpPr/>
          <p:nvPr/>
        </p:nvCxnSpPr>
        <p:spPr>
          <a:xfrm>
            <a:off x="3393155" y="2645831"/>
            <a:ext cx="15258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20"/>
          <p:cNvCxnSpPr/>
          <p:nvPr/>
        </p:nvCxnSpPr>
        <p:spPr>
          <a:xfrm flipH="1">
            <a:off x="3360830" y="2947143"/>
            <a:ext cx="1529100" cy="6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20"/>
          <p:cNvCxnSpPr/>
          <p:nvPr/>
        </p:nvCxnSpPr>
        <p:spPr>
          <a:xfrm flipH="1" rot="10800000">
            <a:off x="6186118" y="2820679"/>
            <a:ext cx="667200" cy="3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0"/>
          <p:cNvCxnSpPr/>
          <p:nvPr/>
        </p:nvCxnSpPr>
        <p:spPr>
          <a:xfrm rot="10800000">
            <a:off x="6163569" y="2662059"/>
            <a:ext cx="667200" cy="3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" name="Google Shape;168;p20"/>
          <p:cNvSpPr txBox="1"/>
          <p:nvPr/>
        </p:nvSpPr>
        <p:spPr>
          <a:xfrm>
            <a:off x="2790550" y="225700"/>
            <a:ext cx="32466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Full Stack Web Development</a:t>
            </a:r>
            <a:endParaRPr b="1"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311713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Diagram</a:t>
            </a:r>
            <a:endParaRPr/>
          </a:p>
        </p:txBody>
      </p:sp>
      <p:pic>
        <p:nvPicPr>
          <p:cNvPr id="174" name="Google Shape;17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5238" y="1017450"/>
            <a:ext cx="7113534" cy="38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Entity Relationship</a:t>
            </a:r>
            <a:endParaRPr/>
          </a:p>
        </p:txBody>
      </p:sp>
      <p:sp>
        <p:nvSpPr>
          <p:cNvPr id="180" name="Google Shape;180;p22"/>
          <p:cNvSpPr txBox="1"/>
          <p:nvPr>
            <p:ph idx="1" type="body"/>
          </p:nvPr>
        </p:nvSpPr>
        <p:spPr>
          <a:xfrm>
            <a:off x="311700" y="1517727"/>
            <a:ext cx="3577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300"/>
              <a:t>USERS to TICKETS</a:t>
            </a:r>
            <a:r>
              <a:rPr lang="en" sz="1300"/>
              <a:t> (One-to-Many)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300"/>
              <a:t>EVENTS to TICKETS</a:t>
            </a:r>
            <a:r>
              <a:rPr lang="en" sz="1300"/>
              <a:t> (One-to-Many)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300"/>
              <a:t>USERS to ATTENDANCE </a:t>
            </a:r>
            <a:r>
              <a:rPr lang="en" sz="1300"/>
              <a:t>(One-to-Many)</a:t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300"/>
              <a:t>ORGANIZATIONS to EVENTS</a:t>
            </a:r>
            <a:r>
              <a:rPr lang="en" sz="1300"/>
              <a:t> (One-to-Many)</a:t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300"/>
              <a:t>EVENTS to ATTENDANCE</a:t>
            </a:r>
            <a:r>
              <a:rPr lang="en" sz="1300"/>
              <a:t> (One-to-Many)</a:t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300"/>
              <a:t>USERS to PAYMENTS </a:t>
            </a:r>
            <a:r>
              <a:rPr lang="en" sz="1300"/>
              <a:t>(One-to-Many)</a:t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300"/>
              <a:t>TICKETS to PAYMENTS </a:t>
            </a:r>
            <a:r>
              <a:rPr lang="en" sz="1300"/>
              <a:t>(One-to-Many)</a:t>
            </a:r>
            <a:endParaRPr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>
            <p:ph type="title"/>
          </p:nvPr>
        </p:nvSpPr>
        <p:spPr>
          <a:xfrm>
            <a:off x="3168000" y="0"/>
            <a:ext cx="2808000" cy="5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</a:t>
            </a:r>
            <a:endParaRPr/>
          </a:p>
        </p:txBody>
      </p:sp>
      <p:sp>
        <p:nvSpPr>
          <p:cNvPr id="186" name="Google Shape;186;p23"/>
          <p:cNvSpPr txBox="1"/>
          <p:nvPr>
            <p:ph type="title"/>
          </p:nvPr>
        </p:nvSpPr>
        <p:spPr>
          <a:xfrm>
            <a:off x="202100" y="387725"/>
            <a:ext cx="2808000" cy="5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POV</a:t>
            </a:r>
            <a:endParaRPr/>
          </a:p>
        </p:txBody>
      </p:sp>
      <p:pic>
        <p:nvPicPr>
          <p:cNvPr id="187" name="Google Shape;18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100" y="949025"/>
            <a:ext cx="3543419" cy="189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100" y="3148902"/>
            <a:ext cx="3419474" cy="182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/>
          <p:nvPr>
            <p:ph type="title"/>
          </p:nvPr>
        </p:nvSpPr>
        <p:spPr>
          <a:xfrm>
            <a:off x="5648875" y="387725"/>
            <a:ext cx="2808000" cy="5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 POV</a:t>
            </a:r>
            <a:endParaRPr/>
          </a:p>
        </p:txBody>
      </p:sp>
      <p:pic>
        <p:nvPicPr>
          <p:cNvPr id="190" name="Google Shape;19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3150" y="1177024"/>
            <a:ext cx="3219077" cy="1722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3149" y="3079550"/>
            <a:ext cx="3419474" cy="1831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</a:t>
            </a:r>
            <a:endParaRPr/>
          </a:p>
        </p:txBody>
      </p:sp>
      <p:sp>
        <p:nvSpPr>
          <p:cNvPr id="197" name="Google Shape;197;p24"/>
          <p:cNvSpPr txBox="1"/>
          <p:nvPr>
            <p:ph idx="1" type="body"/>
          </p:nvPr>
        </p:nvSpPr>
        <p:spPr>
          <a:xfrm>
            <a:off x="1320595" y="1017450"/>
            <a:ext cx="650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Mohmed Bemat:</a:t>
            </a:r>
            <a:r>
              <a:rPr lang="en" sz="2000"/>
              <a:t> </a:t>
            </a:r>
            <a:r>
              <a:rPr lang="en"/>
              <a:t>Backend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Shaeem Rockcliffe</a:t>
            </a:r>
            <a:r>
              <a:rPr b="1" lang="en" sz="2000"/>
              <a:t>: </a:t>
            </a:r>
            <a:r>
              <a:rPr lang="en"/>
              <a:t>D</a:t>
            </a:r>
            <a:r>
              <a:rPr lang="en"/>
              <a:t>atabase (Fullstack)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Mohammed </a:t>
            </a:r>
            <a:r>
              <a:rPr b="1" lang="en" sz="2000"/>
              <a:t>Miad</a:t>
            </a:r>
            <a:r>
              <a:rPr lang="en" sz="2000"/>
              <a:t>:</a:t>
            </a:r>
            <a:r>
              <a:rPr lang="en"/>
              <a:t> F</a:t>
            </a:r>
            <a:r>
              <a:rPr lang="en"/>
              <a:t>rontend,</a:t>
            </a:r>
            <a:r>
              <a:rPr lang="en"/>
              <a:t> can help with backend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Linwei Zheng:</a:t>
            </a:r>
            <a:r>
              <a:rPr lang="en" sz="2000"/>
              <a:t> B</a:t>
            </a:r>
            <a:r>
              <a:rPr lang="en"/>
              <a:t>ackend and Database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Farida Balogun</a:t>
            </a:r>
            <a:r>
              <a:rPr b="1" lang="en" sz="2000"/>
              <a:t>:</a:t>
            </a:r>
            <a:r>
              <a:rPr lang="en"/>
              <a:t> D</a:t>
            </a:r>
            <a:r>
              <a:rPr lang="en"/>
              <a:t>atabase and Backend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000"/>
              <a:t>Nischal Thapa</a:t>
            </a:r>
            <a:r>
              <a:rPr b="1" lang="en" sz="2000"/>
              <a:t>:</a:t>
            </a:r>
            <a:r>
              <a:rPr lang="en"/>
              <a:t> F</a:t>
            </a:r>
            <a:r>
              <a:rPr lang="en"/>
              <a:t>rontend, can help with backend and database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3657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Lato"/>
                <a:ea typeface="Lato"/>
                <a:cs typeface="Lato"/>
                <a:sym typeface="Lato"/>
              </a:rPr>
              <a:t>Q&amp;A</a:t>
            </a:r>
            <a:endParaRPr sz="5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