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Martel Heavy"/>
      <p:bold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artelHeavy-bold.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a8ceabf31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1" name="Google Shape;1151;ga8ceabf31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a8ceabf31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a8ceabf31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a8e526d2d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a8e526d2d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3b02c30e6b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2" name="Google Shape;1192;g3b02c30e6b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3b02c30e6b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3b02c30e6b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b02c30e6b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3b02c30e6b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b02c30e6b5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3b02c30e6b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b02c30e6b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3b02c30e6b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b02c30e6b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3b02c30e6b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b02c30e6b5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3b02c30e6b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3b02c30e6b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2" name="Google Shape;1242;g3b02c30e6b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3b02c30e6b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4" name="Google Shape;1254;g3b02c30e6b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b02c30e6b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3b02c30e6b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a694e8a142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a694e8a142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7" name="Shape 7"/>
        <p:cNvGrpSpPr/>
        <p:nvPr/>
      </p:nvGrpSpPr>
      <p:grpSpPr>
        <a:xfrm>
          <a:off x="0" y="0"/>
          <a:ext cx="0" cy="0"/>
          <a:chOff x="0" y="0"/>
          <a:chExt cx="0" cy="0"/>
        </a:xfrm>
      </p:grpSpPr>
      <p:sp>
        <p:nvSpPr>
          <p:cNvPr id="8" name="Google Shape;8;p2"/>
          <p:cNvSpPr/>
          <p:nvPr/>
        </p:nvSpPr>
        <p:spPr>
          <a:xfrm>
            <a:off x="378813" y="-2760112"/>
            <a:ext cx="4181700" cy="4181700"/>
          </a:xfrm>
          <a:prstGeom prst="donut">
            <a:avLst>
              <a:gd fmla="val 25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 name="Google Shape;9;p2"/>
          <p:cNvGrpSpPr/>
          <p:nvPr/>
        </p:nvGrpSpPr>
        <p:grpSpPr>
          <a:xfrm>
            <a:off x="-93500" y="1849248"/>
            <a:ext cx="1269297" cy="2393867"/>
            <a:chOff x="-93500" y="1849248"/>
            <a:chExt cx="1269297" cy="2393867"/>
          </a:xfrm>
        </p:grpSpPr>
        <p:sp>
          <p:nvSpPr>
            <p:cNvPr id="10" name="Google Shape;10;p2"/>
            <p:cNvSpPr/>
            <p:nvPr/>
          </p:nvSpPr>
          <p:spPr>
            <a:xfrm>
              <a:off x="-93500" y="1849248"/>
              <a:ext cx="1183896" cy="2369347"/>
            </a:xfrm>
            <a:custGeom>
              <a:rect b="b" l="l" r="r" t="t"/>
              <a:pathLst>
                <a:path extrusionOk="0" h="42768" w="21369">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9816" y="1873768"/>
              <a:ext cx="1185614" cy="2369347"/>
            </a:xfrm>
            <a:custGeom>
              <a:rect b="b" l="l" r="r" t="t"/>
              <a:pathLst>
                <a:path extrusionOk="0" fill="none" h="42768" w="21400">
                  <a:moveTo>
                    <a:pt x="0" y="1"/>
                  </a:moveTo>
                  <a:lnTo>
                    <a:pt x="0" y="42767"/>
                  </a:lnTo>
                  <a:cubicBezTo>
                    <a:pt x="11824" y="42767"/>
                    <a:pt x="21399" y="33193"/>
                    <a:pt x="21399" y="21399"/>
                  </a:cubicBezTo>
                  <a:cubicBezTo>
                    <a:pt x="21399" y="9575"/>
                    <a:pt x="11824" y="1"/>
                    <a:pt x="0" y="1"/>
                  </a:cubicBezTo>
                  <a:close/>
                </a:path>
              </a:pathLst>
            </a:custGeom>
            <a:noFill/>
            <a:ln cap="flat" cmpd="sng" w="190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238719" y="2478666"/>
              <a:ext cx="589350" cy="1014019"/>
              <a:chOff x="832925" y="1132500"/>
              <a:chExt cx="376125" cy="647150"/>
            </a:xfrm>
          </p:grpSpPr>
          <p:sp>
            <p:nvSpPr>
              <p:cNvPr id="13" name="Google Shape;13;p2"/>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 name="Google Shape;23;p2"/>
          <p:cNvSpPr/>
          <p:nvPr/>
        </p:nvSpPr>
        <p:spPr>
          <a:xfrm rot="-5400000">
            <a:off x="8206000" y="-101620"/>
            <a:ext cx="5678400" cy="5678400"/>
          </a:xfrm>
          <a:prstGeom prst="blockArc">
            <a:avLst>
              <a:gd fmla="val 10800000" name="adj1"/>
              <a:gd fmla="val 0" name="adj2"/>
              <a:gd fmla="val 25000" name="adj3"/>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4571988" y="3945713"/>
            <a:ext cx="4181700" cy="4181700"/>
          </a:xfrm>
          <a:prstGeom prst="donut">
            <a:avLst>
              <a:gd fmla="val 25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2"/>
          <p:cNvGrpSpPr/>
          <p:nvPr/>
        </p:nvGrpSpPr>
        <p:grpSpPr>
          <a:xfrm>
            <a:off x="1813700" y="4218700"/>
            <a:ext cx="1034975" cy="380725"/>
            <a:chOff x="713225" y="4249875"/>
            <a:chExt cx="1034975" cy="380725"/>
          </a:xfrm>
        </p:grpSpPr>
        <p:grpSp>
          <p:nvGrpSpPr>
            <p:cNvPr id="26" name="Google Shape;26;p2"/>
            <p:cNvGrpSpPr/>
            <p:nvPr/>
          </p:nvGrpSpPr>
          <p:grpSpPr>
            <a:xfrm>
              <a:off x="713225" y="4577400"/>
              <a:ext cx="1034975" cy="53200"/>
              <a:chOff x="713225" y="4577400"/>
              <a:chExt cx="1034975" cy="53200"/>
            </a:xfrm>
          </p:grpSpPr>
          <p:sp>
            <p:nvSpPr>
              <p:cNvPr id="27" name="Google Shape;27;p2"/>
              <p:cNvSpPr/>
              <p:nvPr/>
            </p:nvSpPr>
            <p:spPr>
              <a:xfrm>
                <a:off x="1695000" y="4577400"/>
                <a:ext cx="53200" cy="53200"/>
              </a:xfrm>
              <a:custGeom>
                <a:rect b="b" l="l" r="r" t="t"/>
                <a:pathLst>
                  <a:path extrusionOk="0" h="2128" w="2128">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1564300"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1406225" y="4577400"/>
                <a:ext cx="53225" cy="53200"/>
              </a:xfrm>
              <a:custGeom>
                <a:rect b="b" l="l" r="r" t="t"/>
                <a:pathLst>
                  <a:path extrusionOk="0" h="2128" w="2129">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12747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1126600" y="4577400"/>
                <a:ext cx="52450" cy="53200"/>
              </a:xfrm>
              <a:custGeom>
                <a:rect b="b" l="l" r="r" t="t"/>
                <a:pathLst>
                  <a:path extrusionOk="0" h="2128" w="2098">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9943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843925" y="4577400"/>
                <a:ext cx="53200" cy="53200"/>
              </a:xfrm>
              <a:custGeom>
                <a:rect b="b" l="l" r="r" t="t"/>
                <a:pathLst>
                  <a:path extrusionOk="0" h="2128" w="2128">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713225"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 name="Google Shape;35;p2"/>
            <p:cNvGrpSpPr/>
            <p:nvPr/>
          </p:nvGrpSpPr>
          <p:grpSpPr>
            <a:xfrm>
              <a:off x="713225" y="4468725"/>
              <a:ext cx="1034975" cy="53225"/>
              <a:chOff x="713225" y="4468725"/>
              <a:chExt cx="1034975" cy="53225"/>
            </a:xfrm>
          </p:grpSpPr>
          <p:sp>
            <p:nvSpPr>
              <p:cNvPr id="36" name="Google Shape;36;p2"/>
              <p:cNvSpPr/>
              <p:nvPr/>
            </p:nvSpPr>
            <p:spPr>
              <a:xfrm>
                <a:off x="1695000" y="4468725"/>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1564300"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1406225" y="4468725"/>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2747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126600" y="4468725"/>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9943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843925" y="4468725"/>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713225"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 name="Google Shape;44;p2"/>
            <p:cNvGrpSpPr/>
            <p:nvPr/>
          </p:nvGrpSpPr>
          <p:grpSpPr>
            <a:xfrm>
              <a:off x="713225" y="4359300"/>
              <a:ext cx="1034975" cy="53225"/>
              <a:chOff x="713225" y="4359300"/>
              <a:chExt cx="1034975" cy="53225"/>
            </a:xfrm>
          </p:grpSpPr>
          <p:sp>
            <p:nvSpPr>
              <p:cNvPr id="45" name="Google Shape;45;p2"/>
              <p:cNvSpPr/>
              <p:nvPr/>
            </p:nvSpPr>
            <p:spPr>
              <a:xfrm>
                <a:off x="1695000" y="4359300"/>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1564300"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1406225" y="4359300"/>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12747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1126600" y="4359300"/>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9943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843925" y="4359300"/>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713225"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 name="Google Shape;53;p2"/>
            <p:cNvGrpSpPr/>
            <p:nvPr/>
          </p:nvGrpSpPr>
          <p:grpSpPr>
            <a:xfrm>
              <a:off x="713225" y="4249875"/>
              <a:ext cx="1034975" cy="53225"/>
              <a:chOff x="713225" y="4249875"/>
              <a:chExt cx="1034975" cy="53225"/>
            </a:xfrm>
          </p:grpSpPr>
          <p:sp>
            <p:nvSpPr>
              <p:cNvPr id="54" name="Google Shape;54;p2"/>
              <p:cNvSpPr/>
              <p:nvPr/>
            </p:nvSpPr>
            <p:spPr>
              <a:xfrm>
                <a:off x="1695000" y="4249875"/>
                <a:ext cx="53200" cy="53225"/>
              </a:xfrm>
              <a:custGeom>
                <a:rect b="b" l="l" r="r" t="t"/>
                <a:pathLst>
                  <a:path extrusionOk="0" h="2129" w="2128">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1564300"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1406225" y="4249875"/>
                <a:ext cx="53225" cy="53225"/>
              </a:xfrm>
              <a:custGeom>
                <a:rect b="b" l="l" r="r" t="t"/>
                <a:pathLst>
                  <a:path extrusionOk="0" h="2129" w="2129">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12747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1126600" y="4249875"/>
                <a:ext cx="52450" cy="53225"/>
              </a:xfrm>
              <a:custGeom>
                <a:rect b="b" l="l" r="r" t="t"/>
                <a:pathLst>
                  <a:path extrusionOk="0" h="2129" w="2098">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9943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843925" y="4249875"/>
                <a:ext cx="53200" cy="53225"/>
              </a:xfrm>
              <a:custGeom>
                <a:rect b="b" l="l" r="r" t="t"/>
                <a:pathLst>
                  <a:path extrusionOk="0" h="2129" w="2128">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713225"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 name="Google Shape;62;p2"/>
          <p:cNvSpPr txBox="1"/>
          <p:nvPr>
            <p:ph type="ctrTitle"/>
          </p:nvPr>
        </p:nvSpPr>
        <p:spPr>
          <a:xfrm>
            <a:off x="703650" y="1891699"/>
            <a:ext cx="7736700" cy="1011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3" name="Google Shape;63;p2"/>
          <p:cNvSpPr txBox="1"/>
          <p:nvPr>
            <p:ph idx="1" type="subTitle"/>
          </p:nvPr>
        </p:nvSpPr>
        <p:spPr>
          <a:xfrm>
            <a:off x="704100" y="2916936"/>
            <a:ext cx="7735800" cy="329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sp>
        <p:nvSpPr>
          <p:cNvPr id="65" name="Google Shape;65;p3"/>
          <p:cNvSpPr/>
          <p:nvPr/>
        </p:nvSpPr>
        <p:spPr>
          <a:xfrm>
            <a:off x="-68750" y="1265049"/>
            <a:ext cx="1235502" cy="2472739"/>
          </a:xfrm>
          <a:custGeom>
            <a:rect b="b" l="l" r="r" t="t"/>
            <a:pathLst>
              <a:path extrusionOk="0" h="42768" w="21369">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196632" y="1265049"/>
            <a:ext cx="1237295" cy="2472739"/>
          </a:xfrm>
          <a:custGeom>
            <a:rect b="b" l="l" r="r" t="t"/>
            <a:pathLst>
              <a:path extrusionOk="0" fill="none" h="42768" w="21400">
                <a:moveTo>
                  <a:pt x="0" y="1"/>
                </a:moveTo>
                <a:lnTo>
                  <a:pt x="0" y="42767"/>
                </a:lnTo>
                <a:cubicBezTo>
                  <a:pt x="11824" y="42767"/>
                  <a:pt x="21399" y="33193"/>
                  <a:pt x="21399" y="21399"/>
                </a:cubicBezTo>
                <a:cubicBezTo>
                  <a:pt x="21399" y="9575"/>
                  <a:pt x="11824" y="1"/>
                  <a:pt x="0" y="1"/>
                </a:cubicBezTo>
                <a:close/>
              </a:path>
            </a:pathLst>
          </a:custGeom>
          <a:noFill/>
          <a:ln cap="flat"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3"/>
          <p:cNvGrpSpPr/>
          <p:nvPr/>
        </p:nvGrpSpPr>
        <p:grpSpPr>
          <a:xfrm>
            <a:off x="871637" y="2482815"/>
            <a:ext cx="1366658" cy="212443"/>
            <a:chOff x="713225" y="4468250"/>
            <a:chExt cx="1036525" cy="161125"/>
          </a:xfrm>
        </p:grpSpPr>
        <p:sp>
          <p:nvSpPr>
            <p:cNvPr id="68" name="Google Shape;68;p3"/>
            <p:cNvSpPr/>
            <p:nvPr/>
          </p:nvSpPr>
          <p:spPr>
            <a:xfrm>
              <a:off x="16965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1565825" y="4576150"/>
              <a:ext cx="53225" cy="53225"/>
            </a:xfrm>
            <a:custGeom>
              <a:rect b="b" l="l" r="r" t="t"/>
              <a:pathLst>
                <a:path extrusionOk="0" h="2129" w="2129">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14070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12755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1126600" y="4576150"/>
              <a:ext cx="53225" cy="53225"/>
            </a:xfrm>
            <a:custGeom>
              <a:rect b="b" l="l" r="r" t="t"/>
              <a:pathLst>
                <a:path extrusionOk="0" h="2129" w="2129">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9959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8454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132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16965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1565825" y="4468250"/>
              <a:ext cx="53225" cy="53225"/>
            </a:xfrm>
            <a:custGeom>
              <a:rect b="b" l="l" r="r" t="t"/>
              <a:pathLst>
                <a:path extrusionOk="0" h="2129" w="2129">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14070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12755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1126600" y="4468250"/>
              <a:ext cx="53225" cy="53225"/>
            </a:xfrm>
            <a:custGeom>
              <a:rect b="b" l="l" r="r" t="t"/>
              <a:pathLst>
                <a:path extrusionOk="0" h="2129" w="2129">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9959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8454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7132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3"/>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 name="Shape 85"/>
        <p:cNvGrpSpPr/>
        <p:nvPr/>
      </p:nvGrpSpPr>
      <p:grpSpPr>
        <a:xfrm>
          <a:off x="0" y="0"/>
          <a:ext cx="0" cy="0"/>
          <a:chOff x="0" y="0"/>
          <a:chExt cx="0" cy="0"/>
        </a:xfrm>
      </p:grpSpPr>
      <p:sp>
        <p:nvSpPr>
          <p:cNvPr id="86" name="Google Shape;86;p4"/>
          <p:cNvSpPr txBox="1"/>
          <p:nvPr>
            <p:ph type="title"/>
          </p:nvPr>
        </p:nvSpPr>
        <p:spPr>
          <a:xfrm>
            <a:off x="713225" y="457200"/>
            <a:ext cx="7717800" cy="640200"/>
          </a:xfrm>
          <a:prstGeom prst="rect">
            <a:avLst/>
          </a:prstGeom>
        </p:spPr>
        <p:txBody>
          <a:bodyPr anchorCtr="0" anchor="t" bIns="0" lIns="0" spcFirstLastPara="1" rIns="0" wrap="square" tIns="0">
            <a:noAutofit/>
          </a:bodyPr>
          <a:lstStyle>
            <a:lvl1pPr lvl="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87" name="Google Shape;87;p4"/>
          <p:cNvGrpSpPr/>
          <p:nvPr/>
        </p:nvGrpSpPr>
        <p:grpSpPr>
          <a:xfrm>
            <a:off x="123869" y="3585416"/>
            <a:ext cx="589350" cy="1014019"/>
            <a:chOff x="832925" y="1132500"/>
            <a:chExt cx="376125" cy="647150"/>
          </a:xfrm>
        </p:grpSpPr>
        <p:sp>
          <p:nvSpPr>
            <p:cNvPr id="88" name="Google Shape;88;p4"/>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 name="Google Shape;98;p4"/>
          <p:cNvGrpSpPr/>
          <p:nvPr/>
        </p:nvGrpSpPr>
        <p:grpSpPr>
          <a:xfrm>
            <a:off x="8430769" y="539491"/>
            <a:ext cx="589350" cy="1014019"/>
            <a:chOff x="832925" y="1132500"/>
            <a:chExt cx="376125" cy="647150"/>
          </a:xfrm>
        </p:grpSpPr>
        <p:sp>
          <p:nvSpPr>
            <p:cNvPr id="99" name="Google Shape;99;p4"/>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4"/>
          <p:cNvSpPr txBox="1"/>
          <p:nvPr>
            <p:ph idx="1" type="subTitle"/>
          </p:nvPr>
        </p:nvSpPr>
        <p:spPr>
          <a:xfrm>
            <a:off x="713225" y="1280151"/>
            <a:ext cx="7717800" cy="3510600"/>
          </a:xfrm>
          <a:prstGeom prst="rect">
            <a:avLst/>
          </a:prstGeom>
        </p:spPr>
        <p:txBody>
          <a:bodyPr anchorCtr="0" anchor="t" bIns="0" lIns="0" spcFirstLastPara="1" rIns="0" wrap="square" tIns="0">
            <a:noAutofit/>
          </a:bodyPr>
          <a:lstStyle>
            <a:lvl1pPr lvl="0" rtl="0">
              <a:spcBef>
                <a:spcPts val="0"/>
              </a:spcBef>
              <a:spcAft>
                <a:spcPts val="0"/>
              </a:spcAft>
              <a:buSzPts val="1400"/>
              <a:buFont typeface="Arial"/>
              <a:buChar char="●"/>
              <a:defRPr sz="1200">
                <a:solidFill>
                  <a:schemeClr val="accent4"/>
                </a:solidFill>
              </a:defRPr>
            </a:lvl1pPr>
            <a:lvl2pPr lvl="1" rtl="0">
              <a:spcBef>
                <a:spcPts val="0"/>
              </a:spcBef>
              <a:spcAft>
                <a:spcPts val="0"/>
              </a:spcAft>
              <a:buClr>
                <a:schemeClr val="dk1"/>
              </a:buClr>
              <a:buSzPts val="1400"/>
              <a:buChar char="○"/>
              <a:defRPr>
                <a:latin typeface="Lato"/>
                <a:ea typeface="Lato"/>
                <a:cs typeface="Lato"/>
                <a:sym typeface="Lato"/>
              </a:defRPr>
            </a:lvl2pPr>
            <a:lvl3pPr lvl="2" rtl="0">
              <a:spcBef>
                <a:spcPts val="0"/>
              </a:spcBef>
              <a:spcAft>
                <a:spcPts val="0"/>
              </a:spcAft>
              <a:buClr>
                <a:schemeClr val="dk1"/>
              </a:buClr>
              <a:buSzPts val="1400"/>
              <a:buChar char="■"/>
              <a:defRPr>
                <a:latin typeface="Lato"/>
                <a:ea typeface="Lato"/>
                <a:cs typeface="Lato"/>
                <a:sym typeface="Lato"/>
              </a:defRPr>
            </a:lvl3pPr>
            <a:lvl4pPr lvl="3" rtl="0">
              <a:spcBef>
                <a:spcPts val="0"/>
              </a:spcBef>
              <a:spcAft>
                <a:spcPts val="0"/>
              </a:spcAft>
              <a:buClr>
                <a:schemeClr val="dk1"/>
              </a:buClr>
              <a:buSzPts val="1400"/>
              <a:buChar char="●"/>
              <a:defRPr>
                <a:latin typeface="Lato"/>
                <a:ea typeface="Lato"/>
                <a:cs typeface="Lato"/>
                <a:sym typeface="Lato"/>
              </a:defRPr>
            </a:lvl4pPr>
            <a:lvl5pPr lvl="4" rtl="0">
              <a:spcBef>
                <a:spcPts val="0"/>
              </a:spcBef>
              <a:spcAft>
                <a:spcPts val="0"/>
              </a:spcAft>
              <a:buClr>
                <a:schemeClr val="dk1"/>
              </a:buClr>
              <a:buSzPts val="1400"/>
              <a:buChar char="○"/>
              <a:defRPr>
                <a:latin typeface="Lato"/>
                <a:ea typeface="Lato"/>
                <a:cs typeface="Lato"/>
                <a:sym typeface="Lato"/>
              </a:defRPr>
            </a:lvl5pPr>
            <a:lvl6pPr lvl="5" rtl="0">
              <a:spcBef>
                <a:spcPts val="0"/>
              </a:spcBef>
              <a:spcAft>
                <a:spcPts val="0"/>
              </a:spcAft>
              <a:buClr>
                <a:schemeClr val="dk1"/>
              </a:buClr>
              <a:buSzPts val="1400"/>
              <a:buChar char="■"/>
              <a:defRPr>
                <a:latin typeface="Lato"/>
                <a:ea typeface="Lato"/>
                <a:cs typeface="Lato"/>
                <a:sym typeface="Lato"/>
              </a:defRPr>
            </a:lvl6pPr>
            <a:lvl7pPr lvl="6" rtl="0">
              <a:spcBef>
                <a:spcPts val="0"/>
              </a:spcBef>
              <a:spcAft>
                <a:spcPts val="0"/>
              </a:spcAft>
              <a:buClr>
                <a:schemeClr val="dk1"/>
              </a:buClr>
              <a:buSzPts val="1400"/>
              <a:buChar char="●"/>
              <a:defRPr>
                <a:latin typeface="Lato"/>
                <a:ea typeface="Lato"/>
                <a:cs typeface="Lato"/>
                <a:sym typeface="Lato"/>
              </a:defRPr>
            </a:lvl7pPr>
            <a:lvl8pPr lvl="7" rtl="0">
              <a:spcBef>
                <a:spcPts val="0"/>
              </a:spcBef>
              <a:spcAft>
                <a:spcPts val="0"/>
              </a:spcAft>
              <a:buClr>
                <a:schemeClr val="dk1"/>
              </a:buClr>
              <a:buSzPts val="1400"/>
              <a:buChar char="○"/>
              <a:defRPr>
                <a:latin typeface="Lato"/>
                <a:ea typeface="Lato"/>
                <a:cs typeface="Lato"/>
                <a:sym typeface="Lato"/>
              </a:defRPr>
            </a:lvl8pPr>
            <a:lvl9pPr lvl="8" rtl="0">
              <a:spcBef>
                <a:spcPts val="0"/>
              </a:spcBef>
              <a:spcAft>
                <a:spcPts val="0"/>
              </a:spcAft>
              <a:buClr>
                <a:schemeClr val="dk1"/>
              </a:buClr>
              <a:buSzPts val="1400"/>
              <a:buChar char="■"/>
              <a:defRPr>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0" name="Shape 110"/>
        <p:cNvGrpSpPr/>
        <p:nvPr/>
      </p:nvGrpSpPr>
      <p:grpSpPr>
        <a:xfrm>
          <a:off x="0" y="0"/>
          <a:ext cx="0" cy="0"/>
          <a:chOff x="0" y="0"/>
          <a:chExt cx="0" cy="0"/>
        </a:xfrm>
      </p:grpSpPr>
      <p:sp>
        <p:nvSpPr>
          <p:cNvPr id="111" name="Google Shape;111;p5"/>
          <p:cNvSpPr txBox="1"/>
          <p:nvPr>
            <p:ph type="title"/>
          </p:nvPr>
        </p:nvSpPr>
        <p:spPr>
          <a:xfrm>
            <a:off x="713225" y="457200"/>
            <a:ext cx="7717500" cy="640200"/>
          </a:xfrm>
          <a:prstGeom prst="rect">
            <a:avLst/>
          </a:prstGeom>
        </p:spPr>
        <p:txBody>
          <a:bodyPr anchorCtr="0" anchor="t" bIns="0" lIns="0" spcFirstLastPara="1" rIns="0" wrap="square" tIns="0">
            <a:noAutofit/>
          </a:bodyPr>
          <a:lstStyle>
            <a:lvl1pPr lvl="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 name="Google Shape;112;p5"/>
          <p:cNvSpPr txBox="1"/>
          <p:nvPr>
            <p:ph idx="1" type="subTitle"/>
          </p:nvPr>
        </p:nvSpPr>
        <p:spPr>
          <a:xfrm>
            <a:off x="713225" y="1280160"/>
            <a:ext cx="2286000" cy="442800"/>
          </a:xfrm>
          <a:prstGeom prst="rect">
            <a:avLst/>
          </a:prstGeom>
        </p:spPr>
        <p:txBody>
          <a:bodyPr anchorCtr="0" anchor="b" bIns="0" lIns="0" spcFirstLastPara="1" rIns="0" wrap="square" tIns="0">
            <a:noAutofit/>
          </a:bodyPr>
          <a:lstStyle>
            <a:lvl1pPr lvl="0" rtl="0">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3" name="Google Shape;113;p5"/>
          <p:cNvSpPr txBox="1"/>
          <p:nvPr>
            <p:ph idx="2" type="subTitle"/>
          </p:nvPr>
        </p:nvSpPr>
        <p:spPr>
          <a:xfrm>
            <a:off x="713225" y="1841943"/>
            <a:ext cx="2286000" cy="935100"/>
          </a:xfrm>
          <a:prstGeom prst="rect">
            <a:avLst/>
          </a:prstGeom>
        </p:spPr>
        <p:txBody>
          <a:bodyPr anchorCtr="0" anchor="t" bIns="0" lIns="0" spcFirstLastPara="1" rIns="0" wrap="square" tIns="0">
            <a:noAutofit/>
          </a:bodyPr>
          <a:lstStyle>
            <a:lvl1pPr lvl="0"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114" name="Google Shape;114;p5"/>
          <p:cNvSpPr txBox="1"/>
          <p:nvPr>
            <p:ph idx="3" type="subTitle"/>
          </p:nvPr>
        </p:nvSpPr>
        <p:spPr>
          <a:xfrm>
            <a:off x="6144725" y="1280160"/>
            <a:ext cx="2286000" cy="442800"/>
          </a:xfrm>
          <a:prstGeom prst="rect">
            <a:avLst/>
          </a:prstGeom>
        </p:spPr>
        <p:txBody>
          <a:bodyPr anchorCtr="0" anchor="b" bIns="0" lIns="0" spcFirstLastPara="1" rIns="0" wrap="square" tIns="0">
            <a:noAutofit/>
          </a:bodyPr>
          <a:lstStyle>
            <a:lvl1pPr lvl="0" rtl="0" algn="r">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5" name="Google Shape;115;p5"/>
          <p:cNvSpPr txBox="1"/>
          <p:nvPr>
            <p:ph idx="4" type="subTitle"/>
          </p:nvPr>
        </p:nvSpPr>
        <p:spPr>
          <a:xfrm>
            <a:off x="6144725" y="1841943"/>
            <a:ext cx="2286000" cy="935100"/>
          </a:xfrm>
          <a:prstGeom prst="rect">
            <a:avLst/>
          </a:prstGeom>
        </p:spPr>
        <p:txBody>
          <a:bodyPr anchorCtr="0" anchor="t" bIns="0" lIns="0" spcFirstLastPara="1" rIns="0" wrap="square" tIns="0">
            <a:noAutofit/>
          </a:bodyPr>
          <a:lstStyle>
            <a:lvl1pPr lvl="0" rtl="0" algn="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116" name="Google Shape;116;p5"/>
          <p:cNvSpPr/>
          <p:nvPr/>
        </p:nvSpPr>
        <p:spPr>
          <a:xfrm>
            <a:off x="6895750" y="43159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6895750" y="45006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5"/>
          <p:cNvGrpSpPr/>
          <p:nvPr/>
        </p:nvGrpSpPr>
        <p:grpSpPr>
          <a:xfrm>
            <a:off x="713225" y="4422900"/>
            <a:ext cx="1036525" cy="161125"/>
            <a:chOff x="713225" y="4468250"/>
            <a:chExt cx="1036525" cy="161125"/>
          </a:xfrm>
        </p:grpSpPr>
        <p:sp>
          <p:nvSpPr>
            <p:cNvPr id="119" name="Google Shape;119;p5"/>
            <p:cNvSpPr/>
            <p:nvPr/>
          </p:nvSpPr>
          <p:spPr>
            <a:xfrm>
              <a:off x="16965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1565825" y="4576150"/>
              <a:ext cx="53225" cy="53225"/>
            </a:xfrm>
            <a:custGeom>
              <a:rect b="b" l="l" r="r" t="t"/>
              <a:pathLst>
                <a:path extrusionOk="0" h="2129" w="2129">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14070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12755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1126600" y="4576150"/>
              <a:ext cx="53225" cy="53225"/>
            </a:xfrm>
            <a:custGeom>
              <a:rect b="b" l="l" r="r" t="t"/>
              <a:pathLst>
                <a:path extrusionOk="0" h="2129" w="2129">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9959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8454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7132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16965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1565825" y="4468250"/>
              <a:ext cx="53225" cy="53225"/>
            </a:xfrm>
            <a:custGeom>
              <a:rect b="b" l="l" r="r" t="t"/>
              <a:pathLst>
                <a:path extrusionOk="0" h="2129" w="2129">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14070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12755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1126600" y="4468250"/>
              <a:ext cx="53225" cy="53225"/>
            </a:xfrm>
            <a:custGeom>
              <a:rect b="b" l="l" r="r" t="t"/>
              <a:pathLst>
                <a:path extrusionOk="0" h="2129" w="2129">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9959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8454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7132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5"/>
          <p:cNvGrpSpPr/>
          <p:nvPr/>
        </p:nvGrpSpPr>
        <p:grpSpPr>
          <a:xfrm>
            <a:off x="-152405" y="2888998"/>
            <a:ext cx="698957" cy="1397818"/>
            <a:chOff x="-152405" y="2888998"/>
            <a:chExt cx="698957" cy="1397818"/>
          </a:xfrm>
        </p:grpSpPr>
        <p:sp>
          <p:nvSpPr>
            <p:cNvPr id="136" name="Google Shape;136;p5"/>
            <p:cNvSpPr/>
            <p:nvPr/>
          </p:nvSpPr>
          <p:spPr>
            <a:xfrm rot="10800000">
              <a:off x="-152405" y="2888998"/>
              <a:ext cx="698957" cy="1397818"/>
            </a:xfrm>
            <a:custGeom>
              <a:rect b="b" l="l" r="r" t="t"/>
              <a:pathLst>
                <a:path extrusionOk="0" fill="none" h="14591" w="7296">
                  <a:moveTo>
                    <a:pt x="7295" y="14591"/>
                  </a:moveTo>
                  <a:cubicBezTo>
                    <a:pt x="3283" y="14591"/>
                    <a:pt x="0" y="11308"/>
                    <a:pt x="0" y="7296"/>
                  </a:cubicBezTo>
                  <a:cubicBezTo>
                    <a:pt x="0" y="3253"/>
                    <a:pt x="3283" y="1"/>
                    <a:pt x="7295" y="1"/>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rot="10800000">
              <a:off x="-126155" y="3087017"/>
              <a:ext cx="503812" cy="1004655"/>
            </a:xfrm>
            <a:custGeom>
              <a:rect b="b" l="l" r="r" t="t"/>
              <a:pathLst>
                <a:path extrusionOk="0" fill="none" h="10487" w="5259">
                  <a:moveTo>
                    <a:pt x="5259" y="10487"/>
                  </a:moveTo>
                  <a:cubicBezTo>
                    <a:pt x="2371" y="10487"/>
                    <a:pt x="0" y="8146"/>
                    <a:pt x="0" y="5259"/>
                  </a:cubicBezTo>
                  <a:cubicBezTo>
                    <a:pt x="0" y="2371"/>
                    <a:pt x="2371" y="0"/>
                    <a:pt x="5259" y="0"/>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8" name="Shape 138"/>
        <p:cNvGrpSpPr/>
        <p:nvPr/>
      </p:nvGrpSpPr>
      <p:grpSpPr>
        <a:xfrm>
          <a:off x="0" y="0"/>
          <a:ext cx="0" cy="0"/>
          <a:chOff x="0" y="0"/>
          <a:chExt cx="0" cy="0"/>
        </a:xfrm>
      </p:grpSpPr>
      <p:sp>
        <p:nvSpPr>
          <p:cNvPr id="139" name="Google Shape;139;p6"/>
          <p:cNvSpPr txBox="1"/>
          <p:nvPr>
            <p:ph type="title"/>
          </p:nvPr>
        </p:nvSpPr>
        <p:spPr>
          <a:xfrm>
            <a:off x="713225" y="457200"/>
            <a:ext cx="7717500" cy="640200"/>
          </a:xfrm>
          <a:prstGeom prst="rect">
            <a:avLst/>
          </a:prstGeom>
        </p:spPr>
        <p:txBody>
          <a:bodyPr anchorCtr="0" anchor="t" bIns="0" lIns="0" spcFirstLastPara="1" rIns="0" wrap="square" tIns="0">
            <a:noAutofit/>
          </a:bodyPr>
          <a:lstStyle>
            <a:lvl1pPr lvl="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40" name="Google Shape;140;p6"/>
          <p:cNvGrpSpPr/>
          <p:nvPr/>
        </p:nvGrpSpPr>
        <p:grpSpPr>
          <a:xfrm>
            <a:off x="418556" y="178841"/>
            <a:ext cx="589350" cy="1014019"/>
            <a:chOff x="832925" y="1132500"/>
            <a:chExt cx="376125" cy="647150"/>
          </a:xfrm>
        </p:grpSpPr>
        <p:sp>
          <p:nvSpPr>
            <p:cNvPr id="141" name="Google Shape;141;p6"/>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 name="Google Shape;151;p6"/>
          <p:cNvGrpSpPr/>
          <p:nvPr/>
        </p:nvGrpSpPr>
        <p:grpSpPr>
          <a:xfrm>
            <a:off x="8136106" y="4092416"/>
            <a:ext cx="589350" cy="1014019"/>
            <a:chOff x="832925" y="1132500"/>
            <a:chExt cx="376125" cy="647150"/>
          </a:xfrm>
        </p:grpSpPr>
        <p:sp>
          <p:nvSpPr>
            <p:cNvPr id="152" name="Google Shape;152;p6"/>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2" name="Shape 162"/>
        <p:cNvGrpSpPr/>
        <p:nvPr/>
      </p:nvGrpSpPr>
      <p:grpSpPr>
        <a:xfrm>
          <a:off x="0" y="0"/>
          <a:ext cx="0" cy="0"/>
          <a:chOff x="0" y="0"/>
          <a:chExt cx="0" cy="0"/>
        </a:xfrm>
      </p:grpSpPr>
      <p:sp>
        <p:nvSpPr>
          <p:cNvPr id="163" name="Google Shape;163;p7"/>
          <p:cNvSpPr txBox="1"/>
          <p:nvPr>
            <p:ph type="title"/>
          </p:nvPr>
        </p:nvSpPr>
        <p:spPr>
          <a:xfrm>
            <a:off x="692700" y="457200"/>
            <a:ext cx="5266800" cy="755700"/>
          </a:xfrm>
          <a:prstGeom prst="rect">
            <a:avLst/>
          </a:prstGeom>
        </p:spPr>
        <p:txBody>
          <a:bodyPr anchorCtr="0" anchor="t" bIns="0" lIns="0" spcFirstLastPara="1" rIns="0" wrap="square" tIns="0">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64" name="Google Shape;164;p7"/>
          <p:cNvSpPr/>
          <p:nvPr/>
        </p:nvSpPr>
        <p:spPr>
          <a:xfrm rot="-5400000">
            <a:off x="7060475" y="-193270"/>
            <a:ext cx="5678400" cy="5678400"/>
          </a:xfrm>
          <a:prstGeom prst="blockArc">
            <a:avLst>
              <a:gd fmla="val 10800000" name="adj1"/>
              <a:gd fmla="val 0" name="adj2"/>
              <a:gd fmla="val 25000" name="adj3"/>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p:nvPr/>
        </p:nvSpPr>
        <p:spPr>
          <a:xfrm>
            <a:off x="748250" y="4299325"/>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748250" y="4483975"/>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
          <p:cNvSpPr txBox="1"/>
          <p:nvPr>
            <p:ph idx="1" type="subTitle"/>
          </p:nvPr>
        </p:nvSpPr>
        <p:spPr>
          <a:xfrm>
            <a:off x="704088" y="1453896"/>
            <a:ext cx="5266800" cy="27432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1400"/>
              <a:buFont typeface="Arial"/>
              <a:buChar char="●"/>
              <a:defRPr>
                <a:solidFill>
                  <a:schemeClr val="accent4"/>
                </a:solidFill>
              </a:defRPr>
            </a:lvl1pPr>
            <a:lvl2pPr lvl="1" rtl="0">
              <a:spcBef>
                <a:spcPts val="0"/>
              </a:spcBef>
              <a:spcAft>
                <a:spcPts val="0"/>
              </a:spcAft>
              <a:buClr>
                <a:schemeClr val="dk1"/>
              </a:buClr>
              <a:buSzPts val="1400"/>
              <a:buChar char="○"/>
              <a:defRPr>
                <a:latin typeface="Lato"/>
                <a:ea typeface="Lato"/>
                <a:cs typeface="Lato"/>
                <a:sym typeface="Lato"/>
              </a:defRPr>
            </a:lvl2pPr>
            <a:lvl3pPr lvl="2" rtl="0">
              <a:spcBef>
                <a:spcPts val="0"/>
              </a:spcBef>
              <a:spcAft>
                <a:spcPts val="0"/>
              </a:spcAft>
              <a:buClr>
                <a:schemeClr val="dk1"/>
              </a:buClr>
              <a:buSzPts val="1400"/>
              <a:buChar char="■"/>
              <a:defRPr>
                <a:latin typeface="Lato"/>
                <a:ea typeface="Lato"/>
                <a:cs typeface="Lato"/>
                <a:sym typeface="Lato"/>
              </a:defRPr>
            </a:lvl3pPr>
            <a:lvl4pPr lvl="3" rtl="0">
              <a:spcBef>
                <a:spcPts val="0"/>
              </a:spcBef>
              <a:spcAft>
                <a:spcPts val="0"/>
              </a:spcAft>
              <a:buClr>
                <a:schemeClr val="dk1"/>
              </a:buClr>
              <a:buSzPts val="1400"/>
              <a:buChar char="●"/>
              <a:defRPr>
                <a:latin typeface="Lato"/>
                <a:ea typeface="Lato"/>
                <a:cs typeface="Lato"/>
                <a:sym typeface="Lato"/>
              </a:defRPr>
            </a:lvl4pPr>
            <a:lvl5pPr lvl="4" rtl="0">
              <a:spcBef>
                <a:spcPts val="0"/>
              </a:spcBef>
              <a:spcAft>
                <a:spcPts val="0"/>
              </a:spcAft>
              <a:buClr>
                <a:schemeClr val="dk1"/>
              </a:buClr>
              <a:buSzPts val="1400"/>
              <a:buChar char="○"/>
              <a:defRPr>
                <a:latin typeface="Lato"/>
                <a:ea typeface="Lato"/>
                <a:cs typeface="Lato"/>
                <a:sym typeface="Lato"/>
              </a:defRPr>
            </a:lvl5pPr>
            <a:lvl6pPr lvl="5" rtl="0">
              <a:spcBef>
                <a:spcPts val="0"/>
              </a:spcBef>
              <a:spcAft>
                <a:spcPts val="0"/>
              </a:spcAft>
              <a:buClr>
                <a:schemeClr val="dk1"/>
              </a:buClr>
              <a:buSzPts val="1400"/>
              <a:buChar char="■"/>
              <a:defRPr>
                <a:latin typeface="Lato"/>
                <a:ea typeface="Lato"/>
                <a:cs typeface="Lato"/>
                <a:sym typeface="Lato"/>
              </a:defRPr>
            </a:lvl6pPr>
            <a:lvl7pPr lvl="6" rtl="0">
              <a:spcBef>
                <a:spcPts val="0"/>
              </a:spcBef>
              <a:spcAft>
                <a:spcPts val="0"/>
              </a:spcAft>
              <a:buClr>
                <a:schemeClr val="dk1"/>
              </a:buClr>
              <a:buSzPts val="1400"/>
              <a:buChar char="●"/>
              <a:defRPr>
                <a:latin typeface="Lato"/>
                <a:ea typeface="Lato"/>
                <a:cs typeface="Lato"/>
                <a:sym typeface="Lato"/>
              </a:defRPr>
            </a:lvl7pPr>
            <a:lvl8pPr lvl="7" rtl="0">
              <a:spcBef>
                <a:spcPts val="0"/>
              </a:spcBef>
              <a:spcAft>
                <a:spcPts val="0"/>
              </a:spcAft>
              <a:buClr>
                <a:schemeClr val="dk1"/>
              </a:buClr>
              <a:buSzPts val="1400"/>
              <a:buChar char="○"/>
              <a:defRPr>
                <a:latin typeface="Lato"/>
                <a:ea typeface="Lato"/>
                <a:cs typeface="Lato"/>
                <a:sym typeface="Lato"/>
              </a:defRPr>
            </a:lvl8pPr>
            <a:lvl9pPr lvl="8" rtl="0">
              <a:spcBef>
                <a:spcPts val="0"/>
              </a:spcBef>
              <a:spcAft>
                <a:spcPts val="0"/>
              </a:spcAft>
              <a:buClr>
                <a:schemeClr val="dk1"/>
              </a:buClr>
              <a:buSzPts val="1400"/>
              <a:buChar char="■"/>
              <a:defRPr>
                <a:latin typeface="Lato"/>
                <a:ea typeface="Lato"/>
                <a:cs typeface="Lato"/>
                <a:sym typeface="Lat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spTree>
      <p:nvGrpSpPr>
        <p:cNvPr id="168" name="Shape 168"/>
        <p:cNvGrpSpPr/>
        <p:nvPr/>
      </p:nvGrpSpPr>
      <p:grpSpPr>
        <a:xfrm>
          <a:off x="0" y="0"/>
          <a:ext cx="0" cy="0"/>
          <a:chOff x="0" y="0"/>
          <a:chExt cx="0" cy="0"/>
        </a:xfrm>
      </p:grpSpPr>
      <p:grpSp>
        <p:nvGrpSpPr>
          <p:cNvPr id="169" name="Google Shape;169;p8"/>
          <p:cNvGrpSpPr/>
          <p:nvPr/>
        </p:nvGrpSpPr>
        <p:grpSpPr>
          <a:xfrm>
            <a:off x="408419" y="539491"/>
            <a:ext cx="589350" cy="1014019"/>
            <a:chOff x="832925" y="1132500"/>
            <a:chExt cx="376125" cy="647150"/>
          </a:xfrm>
        </p:grpSpPr>
        <p:sp>
          <p:nvSpPr>
            <p:cNvPr id="170" name="Google Shape;170;p8"/>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 name="Google Shape;180;p8"/>
          <p:cNvGrpSpPr/>
          <p:nvPr/>
        </p:nvGrpSpPr>
        <p:grpSpPr>
          <a:xfrm>
            <a:off x="7899175" y="3121525"/>
            <a:ext cx="1034975" cy="380725"/>
            <a:chOff x="713225" y="4249875"/>
            <a:chExt cx="1034975" cy="380725"/>
          </a:xfrm>
        </p:grpSpPr>
        <p:grpSp>
          <p:nvGrpSpPr>
            <p:cNvPr id="181" name="Google Shape;181;p8"/>
            <p:cNvGrpSpPr/>
            <p:nvPr/>
          </p:nvGrpSpPr>
          <p:grpSpPr>
            <a:xfrm>
              <a:off x="713225" y="4577400"/>
              <a:ext cx="1034975" cy="53200"/>
              <a:chOff x="713225" y="4577400"/>
              <a:chExt cx="1034975" cy="53200"/>
            </a:xfrm>
          </p:grpSpPr>
          <p:sp>
            <p:nvSpPr>
              <p:cNvPr id="182" name="Google Shape;182;p8"/>
              <p:cNvSpPr/>
              <p:nvPr/>
            </p:nvSpPr>
            <p:spPr>
              <a:xfrm>
                <a:off x="1695000" y="4577400"/>
                <a:ext cx="53200" cy="53200"/>
              </a:xfrm>
              <a:custGeom>
                <a:rect b="b" l="l" r="r" t="t"/>
                <a:pathLst>
                  <a:path extrusionOk="0" h="2128" w="2128">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8"/>
              <p:cNvSpPr/>
              <p:nvPr/>
            </p:nvSpPr>
            <p:spPr>
              <a:xfrm>
                <a:off x="1564300"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1406225" y="4577400"/>
                <a:ext cx="53225" cy="53200"/>
              </a:xfrm>
              <a:custGeom>
                <a:rect b="b" l="l" r="r" t="t"/>
                <a:pathLst>
                  <a:path extrusionOk="0" h="2128" w="2129">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12747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a:off x="1126600" y="4577400"/>
                <a:ext cx="52450" cy="53200"/>
              </a:xfrm>
              <a:custGeom>
                <a:rect b="b" l="l" r="r" t="t"/>
                <a:pathLst>
                  <a:path extrusionOk="0" h="2128" w="2098">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9943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843925" y="4577400"/>
                <a:ext cx="53200" cy="53200"/>
              </a:xfrm>
              <a:custGeom>
                <a:rect b="b" l="l" r="r" t="t"/>
                <a:pathLst>
                  <a:path extrusionOk="0" h="2128" w="2128">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713225"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 name="Google Shape;190;p8"/>
            <p:cNvGrpSpPr/>
            <p:nvPr/>
          </p:nvGrpSpPr>
          <p:grpSpPr>
            <a:xfrm>
              <a:off x="713225" y="4468725"/>
              <a:ext cx="1034975" cy="53225"/>
              <a:chOff x="713225" y="4468725"/>
              <a:chExt cx="1034975" cy="53225"/>
            </a:xfrm>
          </p:grpSpPr>
          <p:sp>
            <p:nvSpPr>
              <p:cNvPr id="191" name="Google Shape;191;p8"/>
              <p:cNvSpPr/>
              <p:nvPr/>
            </p:nvSpPr>
            <p:spPr>
              <a:xfrm>
                <a:off x="1695000" y="4468725"/>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1564300"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1406225" y="4468725"/>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a:off x="12747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a:off x="1126600" y="4468725"/>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9943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843925" y="4468725"/>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713225"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 name="Google Shape;199;p8"/>
            <p:cNvGrpSpPr/>
            <p:nvPr/>
          </p:nvGrpSpPr>
          <p:grpSpPr>
            <a:xfrm>
              <a:off x="713225" y="4359300"/>
              <a:ext cx="1034975" cy="53225"/>
              <a:chOff x="713225" y="4359300"/>
              <a:chExt cx="1034975" cy="53225"/>
            </a:xfrm>
          </p:grpSpPr>
          <p:sp>
            <p:nvSpPr>
              <p:cNvPr id="200" name="Google Shape;200;p8"/>
              <p:cNvSpPr/>
              <p:nvPr/>
            </p:nvSpPr>
            <p:spPr>
              <a:xfrm>
                <a:off x="1695000" y="4359300"/>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1564300"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1406225" y="4359300"/>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12747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1126600" y="4359300"/>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9943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843925" y="4359300"/>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713225"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8"/>
            <p:cNvGrpSpPr/>
            <p:nvPr/>
          </p:nvGrpSpPr>
          <p:grpSpPr>
            <a:xfrm>
              <a:off x="713225" y="4249875"/>
              <a:ext cx="1034975" cy="53225"/>
              <a:chOff x="713225" y="4249875"/>
              <a:chExt cx="1034975" cy="53225"/>
            </a:xfrm>
          </p:grpSpPr>
          <p:sp>
            <p:nvSpPr>
              <p:cNvPr id="209" name="Google Shape;209;p8"/>
              <p:cNvSpPr/>
              <p:nvPr/>
            </p:nvSpPr>
            <p:spPr>
              <a:xfrm>
                <a:off x="1695000" y="4249875"/>
                <a:ext cx="53200" cy="53225"/>
              </a:xfrm>
              <a:custGeom>
                <a:rect b="b" l="l" r="r" t="t"/>
                <a:pathLst>
                  <a:path extrusionOk="0" h="2129" w="2128">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a:off x="1564300"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1406225" y="4249875"/>
                <a:ext cx="53225" cy="53225"/>
              </a:xfrm>
              <a:custGeom>
                <a:rect b="b" l="l" r="r" t="t"/>
                <a:pathLst>
                  <a:path extrusionOk="0" h="2129" w="2129">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12747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1126600" y="4249875"/>
                <a:ext cx="52450" cy="53225"/>
              </a:xfrm>
              <a:custGeom>
                <a:rect b="b" l="l" r="r" t="t"/>
                <a:pathLst>
                  <a:path extrusionOk="0" h="2129" w="2098">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9943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843925" y="4249875"/>
                <a:ext cx="53200" cy="53225"/>
              </a:xfrm>
              <a:custGeom>
                <a:rect b="b" l="l" r="r" t="t"/>
                <a:pathLst>
                  <a:path extrusionOk="0" h="2129" w="2128">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713225"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7" name="Google Shape;217;p8"/>
          <p:cNvSpPr/>
          <p:nvPr/>
        </p:nvSpPr>
        <p:spPr>
          <a:xfrm flipH="1" rot="10800000">
            <a:off x="8397102" y="-312848"/>
            <a:ext cx="746892" cy="1493542"/>
          </a:xfrm>
          <a:custGeom>
            <a:rect b="b" l="l" r="r" t="t"/>
            <a:pathLst>
              <a:path extrusionOk="0" fill="none" h="14590" w="7296">
                <a:moveTo>
                  <a:pt x="7295" y="14590"/>
                </a:moveTo>
                <a:cubicBezTo>
                  <a:pt x="3283" y="14590"/>
                  <a:pt x="0" y="11338"/>
                  <a:pt x="0" y="7295"/>
                </a:cubicBezTo>
                <a:cubicBezTo>
                  <a:pt x="0" y="3283"/>
                  <a:pt x="3283" y="0"/>
                  <a:pt x="7295" y="0"/>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flipH="1" rot="10800000">
            <a:off x="8577583" y="-98187"/>
            <a:ext cx="538364" cy="1073528"/>
          </a:xfrm>
          <a:custGeom>
            <a:rect b="b" l="l" r="r" t="t"/>
            <a:pathLst>
              <a:path extrusionOk="0" fill="none" h="10487" w="5259">
                <a:moveTo>
                  <a:pt x="5259" y="10487"/>
                </a:moveTo>
                <a:cubicBezTo>
                  <a:pt x="2371" y="10487"/>
                  <a:pt x="0" y="8146"/>
                  <a:pt x="0" y="5259"/>
                </a:cubicBezTo>
                <a:cubicBezTo>
                  <a:pt x="0" y="2371"/>
                  <a:pt x="2371" y="0"/>
                  <a:pt x="5259" y="0"/>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txBox="1"/>
          <p:nvPr>
            <p:ph type="title"/>
          </p:nvPr>
        </p:nvSpPr>
        <p:spPr>
          <a:xfrm>
            <a:off x="720750" y="3734275"/>
            <a:ext cx="7702500" cy="527400"/>
          </a:xfrm>
          <a:prstGeom prst="rect">
            <a:avLst/>
          </a:prstGeom>
        </p:spPr>
        <p:txBody>
          <a:bodyPr anchorCtr="0" anchor="b" bIns="0" lIns="0" spcFirstLastPara="1" rIns="0" wrap="square" tIns="0">
            <a:noAutofit/>
          </a:bodyPr>
          <a:lstStyle>
            <a:lvl1pPr lvl="0" rtl="0" algn="ctr">
              <a:spcBef>
                <a:spcPts val="0"/>
              </a:spcBef>
              <a:spcAft>
                <a:spcPts val="0"/>
              </a:spcAft>
              <a:buSzPts val="3500"/>
              <a:buNone/>
              <a:defRPr sz="2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0" name="Google Shape;220;p8"/>
          <p:cNvSpPr txBox="1"/>
          <p:nvPr>
            <p:ph idx="1" type="subTitle"/>
          </p:nvPr>
        </p:nvSpPr>
        <p:spPr>
          <a:xfrm>
            <a:off x="722400" y="4379975"/>
            <a:ext cx="7699200" cy="3378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21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1" name="Shape 221"/>
        <p:cNvGrpSpPr/>
        <p:nvPr/>
      </p:nvGrpSpPr>
      <p:grpSpPr>
        <a:xfrm>
          <a:off x="0" y="0"/>
          <a:ext cx="0" cy="0"/>
          <a:chOff x="0" y="0"/>
          <a:chExt cx="0" cy="0"/>
        </a:xfrm>
      </p:grpSpPr>
      <p:sp>
        <p:nvSpPr>
          <p:cNvPr id="222" name="Google Shape;222;p9"/>
          <p:cNvSpPr/>
          <p:nvPr/>
        </p:nvSpPr>
        <p:spPr>
          <a:xfrm>
            <a:off x="-2212425" y="-2463562"/>
            <a:ext cx="4181700" cy="4181700"/>
          </a:xfrm>
          <a:prstGeom prst="donut">
            <a:avLst>
              <a:gd fmla="val 25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7103125" y="3475338"/>
            <a:ext cx="4181700" cy="4181700"/>
          </a:xfrm>
          <a:prstGeom prst="donut">
            <a:avLst>
              <a:gd fmla="val 25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txBox="1"/>
          <p:nvPr>
            <p:ph type="title"/>
          </p:nvPr>
        </p:nvSpPr>
        <p:spPr>
          <a:xfrm>
            <a:off x="713225" y="450150"/>
            <a:ext cx="7717500" cy="4090800"/>
          </a:xfrm>
          <a:prstGeom prst="rect">
            <a:avLst/>
          </a:prstGeom>
        </p:spPr>
        <p:txBody>
          <a:bodyPr anchorCtr="0" anchor="ctr" bIns="0" lIns="0" spcFirstLastPara="1" rIns="0" wrap="square" tIns="0">
            <a:noAutofit/>
          </a:bodyPr>
          <a:lstStyle>
            <a:lvl1pPr lvl="0" algn="ctr">
              <a:spcBef>
                <a:spcPts val="0"/>
              </a:spcBef>
              <a:spcAft>
                <a:spcPts val="0"/>
              </a:spcAft>
              <a:buSzPts val="4800"/>
              <a:buNone/>
              <a:defRPr sz="50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grpSp>
        <p:nvGrpSpPr>
          <p:cNvPr id="225" name="Google Shape;225;p9"/>
          <p:cNvGrpSpPr/>
          <p:nvPr/>
        </p:nvGrpSpPr>
        <p:grpSpPr>
          <a:xfrm>
            <a:off x="7329225" y="450150"/>
            <a:ext cx="1036525" cy="161125"/>
            <a:chOff x="713225" y="4468250"/>
            <a:chExt cx="1036525" cy="161125"/>
          </a:xfrm>
        </p:grpSpPr>
        <p:sp>
          <p:nvSpPr>
            <p:cNvPr id="226" name="Google Shape;226;p9"/>
            <p:cNvSpPr/>
            <p:nvPr/>
          </p:nvSpPr>
          <p:spPr>
            <a:xfrm>
              <a:off x="16965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1565825" y="4576150"/>
              <a:ext cx="53225" cy="53225"/>
            </a:xfrm>
            <a:custGeom>
              <a:rect b="b" l="l" r="r" t="t"/>
              <a:pathLst>
                <a:path extrusionOk="0" h="2129" w="2129">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p:nvPr/>
          </p:nvSpPr>
          <p:spPr>
            <a:xfrm>
              <a:off x="14070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p:nvPr/>
          </p:nvSpPr>
          <p:spPr>
            <a:xfrm>
              <a:off x="12755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1126600" y="4576150"/>
              <a:ext cx="53225" cy="53225"/>
            </a:xfrm>
            <a:custGeom>
              <a:rect b="b" l="l" r="r" t="t"/>
              <a:pathLst>
                <a:path extrusionOk="0" h="2129" w="2129">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9959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p:nvPr/>
          </p:nvSpPr>
          <p:spPr>
            <a:xfrm>
              <a:off x="8454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p:nvPr/>
          </p:nvSpPr>
          <p:spPr>
            <a:xfrm>
              <a:off x="7132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9"/>
            <p:cNvSpPr/>
            <p:nvPr/>
          </p:nvSpPr>
          <p:spPr>
            <a:xfrm>
              <a:off x="16965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
            <p:cNvSpPr/>
            <p:nvPr/>
          </p:nvSpPr>
          <p:spPr>
            <a:xfrm>
              <a:off x="1565825" y="4468250"/>
              <a:ext cx="53225" cy="53225"/>
            </a:xfrm>
            <a:custGeom>
              <a:rect b="b" l="l" r="r" t="t"/>
              <a:pathLst>
                <a:path extrusionOk="0" h="2129" w="2129">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14070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a:off x="12755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1126600" y="4468250"/>
              <a:ext cx="53225" cy="53225"/>
            </a:xfrm>
            <a:custGeom>
              <a:rect b="b" l="l" r="r" t="t"/>
              <a:pathLst>
                <a:path extrusionOk="0" h="2129" w="2129">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9959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8454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
            <p:cNvSpPr/>
            <p:nvPr/>
          </p:nvSpPr>
          <p:spPr>
            <a:xfrm>
              <a:off x="7132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 name="Google Shape;242;p9"/>
          <p:cNvGrpSpPr/>
          <p:nvPr/>
        </p:nvGrpSpPr>
        <p:grpSpPr>
          <a:xfrm>
            <a:off x="713213" y="4410525"/>
            <a:ext cx="3015175" cy="188900"/>
            <a:chOff x="713213" y="4410525"/>
            <a:chExt cx="3015175" cy="188900"/>
          </a:xfrm>
        </p:grpSpPr>
        <p:sp>
          <p:nvSpPr>
            <p:cNvPr id="243" name="Google Shape;243;p9"/>
            <p:cNvSpPr/>
            <p:nvPr/>
          </p:nvSpPr>
          <p:spPr>
            <a:xfrm>
              <a:off x="713213" y="4546225"/>
              <a:ext cx="53200" cy="53200"/>
            </a:xfrm>
            <a:custGeom>
              <a:rect b="b" l="l" r="r" t="t"/>
              <a:pathLst>
                <a:path extrusionOk="0" h="2128" w="2128">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901663" y="4546225"/>
              <a:ext cx="53200" cy="53200"/>
            </a:xfrm>
            <a:custGeom>
              <a:rect b="b" l="l" r="r" t="t"/>
              <a:pathLst>
                <a:path extrusionOk="0" h="2128" w="2128">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1090863"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1280088" y="4546225"/>
              <a:ext cx="53200" cy="53200"/>
            </a:xfrm>
            <a:custGeom>
              <a:rect b="b" l="l" r="r" t="t"/>
              <a:pathLst>
                <a:path extrusionOk="0" h="2128" w="2128">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9"/>
            <p:cNvSpPr/>
            <p:nvPr/>
          </p:nvSpPr>
          <p:spPr>
            <a:xfrm>
              <a:off x="1468538" y="4546225"/>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
            <p:cNvSpPr/>
            <p:nvPr/>
          </p:nvSpPr>
          <p:spPr>
            <a:xfrm>
              <a:off x="1657738"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p:nvPr/>
          </p:nvSpPr>
          <p:spPr>
            <a:xfrm>
              <a:off x="1846963" y="4546225"/>
              <a:ext cx="53225" cy="53200"/>
            </a:xfrm>
            <a:custGeom>
              <a:rect b="b" l="l" r="r" t="t"/>
              <a:pathLst>
                <a:path extrusionOk="0" h="2128" w="2129">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2036163" y="4546225"/>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p:nvPr/>
          </p:nvSpPr>
          <p:spPr>
            <a:xfrm>
              <a:off x="2223863"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2413088" y="4546225"/>
              <a:ext cx="53200" cy="53200"/>
            </a:xfrm>
            <a:custGeom>
              <a:rect b="b" l="l" r="r" t="t"/>
              <a:pathLst>
                <a:path extrusionOk="0" h="2128" w="2128">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
            <p:cNvSpPr/>
            <p:nvPr/>
          </p:nvSpPr>
          <p:spPr>
            <a:xfrm>
              <a:off x="2602288" y="4546225"/>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2790738"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a:off x="2979963" y="4546225"/>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
            <p:cNvSpPr/>
            <p:nvPr/>
          </p:nvSpPr>
          <p:spPr>
            <a:xfrm>
              <a:off x="3169163"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a:off x="1219213" y="4410525"/>
              <a:ext cx="53200" cy="53200"/>
            </a:xfrm>
            <a:custGeom>
              <a:rect b="b" l="l" r="r" t="t"/>
              <a:pathLst>
                <a:path extrusionOk="0" h="2128" w="2128">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1407663" y="4410525"/>
              <a:ext cx="53200" cy="53200"/>
            </a:xfrm>
            <a:custGeom>
              <a:rect b="b" l="l" r="r" t="t"/>
              <a:pathLst>
                <a:path extrusionOk="0" h="2128" w="2128">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a:off x="1596863"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1786088" y="4410525"/>
              <a:ext cx="53200" cy="53200"/>
            </a:xfrm>
            <a:custGeom>
              <a:rect b="b" l="l" r="r" t="t"/>
              <a:pathLst>
                <a:path extrusionOk="0" h="2128" w="2128">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1974538" y="4410525"/>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2163738"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2352963" y="4410525"/>
              <a:ext cx="53225" cy="53200"/>
            </a:xfrm>
            <a:custGeom>
              <a:rect b="b" l="l" r="r" t="t"/>
              <a:pathLst>
                <a:path extrusionOk="0" h="2128" w="2129">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2542163" y="4410525"/>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9"/>
            <p:cNvSpPr/>
            <p:nvPr/>
          </p:nvSpPr>
          <p:spPr>
            <a:xfrm>
              <a:off x="2729863"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
            <p:cNvSpPr/>
            <p:nvPr/>
          </p:nvSpPr>
          <p:spPr>
            <a:xfrm>
              <a:off x="2919088" y="4410525"/>
              <a:ext cx="53200" cy="53200"/>
            </a:xfrm>
            <a:custGeom>
              <a:rect b="b" l="l" r="r" t="t"/>
              <a:pathLst>
                <a:path extrusionOk="0" h="2128" w="2128">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3108288" y="4410525"/>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a:off x="3296738"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3485963" y="4410525"/>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9"/>
            <p:cNvSpPr/>
            <p:nvPr/>
          </p:nvSpPr>
          <p:spPr>
            <a:xfrm>
              <a:off x="3675163"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1" name="Shape 271"/>
        <p:cNvGrpSpPr/>
        <p:nvPr/>
      </p:nvGrpSpPr>
      <p:grpSpPr>
        <a:xfrm>
          <a:off x="0" y="0"/>
          <a:ext cx="0" cy="0"/>
          <a:chOff x="0" y="0"/>
          <a:chExt cx="0" cy="0"/>
        </a:xfrm>
      </p:grpSpPr>
      <p:sp>
        <p:nvSpPr>
          <p:cNvPr id="272" name="Google Shape;272;p10"/>
          <p:cNvSpPr/>
          <p:nvPr/>
        </p:nvSpPr>
        <p:spPr>
          <a:xfrm>
            <a:off x="0" y="56300"/>
            <a:ext cx="2745970" cy="5035077"/>
          </a:xfrm>
          <a:custGeom>
            <a:rect b="b" l="l" r="r" t="t"/>
            <a:pathLst>
              <a:path extrusionOk="0" h="42768" w="21369">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194100" y="108407"/>
            <a:ext cx="2749954" cy="5035077"/>
          </a:xfrm>
          <a:custGeom>
            <a:rect b="b" l="l" r="r" t="t"/>
            <a:pathLst>
              <a:path extrusionOk="0" fill="none" h="42768" w="21400">
                <a:moveTo>
                  <a:pt x="0" y="1"/>
                </a:moveTo>
                <a:lnTo>
                  <a:pt x="0" y="42767"/>
                </a:lnTo>
                <a:cubicBezTo>
                  <a:pt x="11824" y="42767"/>
                  <a:pt x="21399" y="33193"/>
                  <a:pt x="21399" y="21399"/>
                </a:cubicBezTo>
                <a:cubicBezTo>
                  <a:pt x="21399" y="9575"/>
                  <a:pt x="11824" y="1"/>
                  <a:pt x="0" y="1"/>
                </a:cubicBezTo>
                <a:close/>
              </a:path>
            </a:pathLst>
          </a:custGeom>
          <a:noFill/>
          <a:ln cap="flat" cmpd="sng" w="190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4" name="Google Shape;274;p10"/>
          <p:cNvGrpSpPr/>
          <p:nvPr/>
        </p:nvGrpSpPr>
        <p:grpSpPr>
          <a:xfrm>
            <a:off x="7757584" y="539510"/>
            <a:ext cx="680448" cy="1170759"/>
            <a:chOff x="832925" y="1132500"/>
            <a:chExt cx="376125" cy="647150"/>
          </a:xfrm>
        </p:grpSpPr>
        <p:sp>
          <p:nvSpPr>
            <p:cNvPr id="275" name="Google Shape;275;p10"/>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0"/>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0"/>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 name="Google Shape;285;p10"/>
          <p:cNvSpPr txBox="1"/>
          <p:nvPr>
            <p:ph type="title"/>
          </p:nvPr>
        </p:nvSpPr>
        <p:spPr>
          <a:xfrm>
            <a:off x="3212175" y="2039069"/>
            <a:ext cx="4114800" cy="641100"/>
          </a:xfrm>
          <a:prstGeom prst="rect">
            <a:avLst/>
          </a:prstGeom>
        </p:spPr>
        <p:txBody>
          <a:bodyPr anchorCtr="0" anchor="b" bIns="0" lIns="0" spcFirstLastPara="1" rIns="0" wrap="square" tIns="0">
            <a:noAutofit/>
          </a:bodyPr>
          <a:lstStyle>
            <a:lvl1pPr lvl="0">
              <a:spcBef>
                <a:spcPts val="0"/>
              </a:spcBef>
              <a:spcAft>
                <a:spcPts val="0"/>
              </a:spcAft>
              <a:buSzPts val="42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86" name="Google Shape;286;p10"/>
          <p:cNvSpPr txBox="1"/>
          <p:nvPr>
            <p:ph idx="1" type="subTitle"/>
          </p:nvPr>
        </p:nvSpPr>
        <p:spPr>
          <a:xfrm>
            <a:off x="3212175" y="2743200"/>
            <a:ext cx="4114800" cy="666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87" name="Google Shape;287;p10"/>
          <p:cNvSpPr txBox="1"/>
          <p:nvPr>
            <p:ph hasCustomPrompt="1" idx="2" type="title"/>
          </p:nvPr>
        </p:nvSpPr>
        <p:spPr>
          <a:xfrm>
            <a:off x="387900" y="1508760"/>
            <a:ext cx="2288100" cy="1963500"/>
          </a:xfrm>
          <a:prstGeom prst="rect">
            <a:avLst/>
          </a:prstGeom>
        </p:spPr>
        <p:txBody>
          <a:bodyPr anchorCtr="0" anchor="b" bIns="0" lIns="0" spcFirstLastPara="1" rIns="0" wrap="square" tIns="0">
            <a:noAutofit/>
          </a:bodyPr>
          <a:lstStyle>
            <a:lvl1pPr lvl="0" rtl="0" algn="ctr">
              <a:spcBef>
                <a:spcPts val="0"/>
              </a:spcBef>
              <a:spcAft>
                <a:spcPts val="0"/>
              </a:spcAft>
              <a:buSzPts val="12000"/>
              <a:buNone/>
              <a:defRPr sz="114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8" name="Shape 288"/>
        <p:cNvGrpSpPr/>
        <p:nvPr/>
      </p:nvGrpSpPr>
      <p:grpSpPr>
        <a:xfrm>
          <a:off x="0" y="0"/>
          <a:ext cx="0" cy="0"/>
          <a:chOff x="0" y="0"/>
          <a:chExt cx="0" cy="0"/>
        </a:xfrm>
      </p:grpSpPr>
      <p:sp>
        <p:nvSpPr>
          <p:cNvPr id="289" name="Google Shape;289;p11"/>
          <p:cNvSpPr/>
          <p:nvPr/>
        </p:nvSpPr>
        <p:spPr>
          <a:xfrm rot="-5400000">
            <a:off x="6751325" y="-3710845"/>
            <a:ext cx="5678400" cy="5678400"/>
          </a:xfrm>
          <a:prstGeom prst="blockArc">
            <a:avLst>
              <a:gd fmla="val 10800000" name="adj1"/>
              <a:gd fmla="val 0" name="adj2"/>
              <a:gd fmla="val 25000" name="adj3"/>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txBox="1"/>
          <p:nvPr>
            <p:ph type="title"/>
          </p:nvPr>
        </p:nvSpPr>
        <p:spPr>
          <a:xfrm>
            <a:off x="704088" y="457200"/>
            <a:ext cx="3640800" cy="2398500"/>
          </a:xfrm>
          <a:prstGeom prst="rect">
            <a:avLst/>
          </a:prstGeom>
        </p:spPr>
        <p:txBody>
          <a:bodyPr anchorCtr="0" anchor="t" bIns="0" lIns="0" spcFirstLastPara="1" rIns="0" wrap="square" tIns="0">
            <a:noAutofit/>
          </a:bodyPr>
          <a:lstStyle>
            <a:lvl1pPr lvl="0"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91" name="Google Shape;291;p11"/>
          <p:cNvGrpSpPr/>
          <p:nvPr/>
        </p:nvGrpSpPr>
        <p:grpSpPr>
          <a:xfrm>
            <a:off x="971888" y="4410525"/>
            <a:ext cx="3015175" cy="188900"/>
            <a:chOff x="713213" y="4410525"/>
            <a:chExt cx="3015175" cy="188900"/>
          </a:xfrm>
        </p:grpSpPr>
        <p:sp>
          <p:nvSpPr>
            <p:cNvPr id="292" name="Google Shape;292;p11"/>
            <p:cNvSpPr/>
            <p:nvPr/>
          </p:nvSpPr>
          <p:spPr>
            <a:xfrm>
              <a:off x="713213" y="4546225"/>
              <a:ext cx="53200" cy="53200"/>
            </a:xfrm>
            <a:custGeom>
              <a:rect b="b" l="l" r="r" t="t"/>
              <a:pathLst>
                <a:path extrusionOk="0" h="2128" w="2128">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
            <p:cNvSpPr/>
            <p:nvPr/>
          </p:nvSpPr>
          <p:spPr>
            <a:xfrm>
              <a:off x="901663" y="4546225"/>
              <a:ext cx="53200" cy="53200"/>
            </a:xfrm>
            <a:custGeom>
              <a:rect b="b" l="l" r="r" t="t"/>
              <a:pathLst>
                <a:path extrusionOk="0" h="2128" w="2128">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p:nvPr/>
          </p:nvSpPr>
          <p:spPr>
            <a:xfrm>
              <a:off x="1090863"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a:off x="1280088" y="4546225"/>
              <a:ext cx="53200" cy="53200"/>
            </a:xfrm>
            <a:custGeom>
              <a:rect b="b" l="l" r="r" t="t"/>
              <a:pathLst>
                <a:path extrusionOk="0" h="2128" w="2128">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1468538" y="4546225"/>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a:off x="1657738"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1846963" y="4546225"/>
              <a:ext cx="53225" cy="53200"/>
            </a:xfrm>
            <a:custGeom>
              <a:rect b="b" l="l" r="r" t="t"/>
              <a:pathLst>
                <a:path extrusionOk="0" h="2128" w="2129">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2036163" y="4546225"/>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2223863"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
            <p:cNvSpPr/>
            <p:nvPr/>
          </p:nvSpPr>
          <p:spPr>
            <a:xfrm>
              <a:off x="2413088" y="4546225"/>
              <a:ext cx="53200" cy="53200"/>
            </a:xfrm>
            <a:custGeom>
              <a:rect b="b" l="l" r="r" t="t"/>
              <a:pathLst>
                <a:path extrusionOk="0" h="2128" w="2128">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a:off x="2602288" y="4546225"/>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2790738"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2979963" y="4546225"/>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3169163"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1219213" y="4410525"/>
              <a:ext cx="53200" cy="53200"/>
            </a:xfrm>
            <a:custGeom>
              <a:rect b="b" l="l" r="r" t="t"/>
              <a:pathLst>
                <a:path extrusionOk="0" h="2128" w="2128">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1407663" y="4410525"/>
              <a:ext cx="53200" cy="53200"/>
            </a:xfrm>
            <a:custGeom>
              <a:rect b="b" l="l" r="r" t="t"/>
              <a:pathLst>
                <a:path extrusionOk="0" h="2128" w="2128">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1596863"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1786088" y="4410525"/>
              <a:ext cx="53200" cy="53200"/>
            </a:xfrm>
            <a:custGeom>
              <a:rect b="b" l="l" r="r" t="t"/>
              <a:pathLst>
                <a:path extrusionOk="0" h="2128" w="2128">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1974538" y="4410525"/>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a:off x="2163738"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2352963" y="4410525"/>
              <a:ext cx="53225" cy="53200"/>
            </a:xfrm>
            <a:custGeom>
              <a:rect b="b" l="l" r="r" t="t"/>
              <a:pathLst>
                <a:path extrusionOk="0" h="2128" w="2129">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a:off x="2542163" y="4410525"/>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2729863"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2919088" y="4410525"/>
              <a:ext cx="53200" cy="53200"/>
            </a:xfrm>
            <a:custGeom>
              <a:rect b="b" l="l" r="r" t="t"/>
              <a:pathLst>
                <a:path extrusionOk="0" h="2128" w="2128">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p:nvPr/>
          </p:nvSpPr>
          <p:spPr>
            <a:xfrm>
              <a:off x="3108288" y="4410525"/>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a:off x="3296738"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a:off x="3485963" y="4410525"/>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3675163"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 name="Google Shape;320;p11"/>
          <p:cNvGrpSpPr/>
          <p:nvPr/>
        </p:nvGrpSpPr>
        <p:grpSpPr>
          <a:xfrm>
            <a:off x="4596644" y="1217003"/>
            <a:ext cx="589350" cy="1014019"/>
            <a:chOff x="832925" y="1132500"/>
            <a:chExt cx="376125" cy="647150"/>
          </a:xfrm>
        </p:grpSpPr>
        <p:sp>
          <p:nvSpPr>
            <p:cNvPr id="321" name="Google Shape;321;p11"/>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1"/>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1"/>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1"/>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1"/>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1"/>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 name="Google Shape;331;p11"/>
          <p:cNvGrpSpPr/>
          <p:nvPr/>
        </p:nvGrpSpPr>
        <p:grpSpPr>
          <a:xfrm>
            <a:off x="-113375" y="2525748"/>
            <a:ext cx="1269297" cy="2393867"/>
            <a:chOff x="-93500" y="1849248"/>
            <a:chExt cx="1269297" cy="2393867"/>
          </a:xfrm>
        </p:grpSpPr>
        <p:sp>
          <p:nvSpPr>
            <p:cNvPr id="332" name="Google Shape;332;p11"/>
            <p:cNvSpPr/>
            <p:nvPr/>
          </p:nvSpPr>
          <p:spPr>
            <a:xfrm>
              <a:off x="-93500" y="1849248"/>
              <a:ext cx="1183896" cy="2369347"/>
            </a:xfrm>
            <a:custGeom>
              <a:rect b="b" l="l" r="r" t="t"/>
              <a:pathLst>
                <a:path extrusionOk="0" h="42768" w="21369">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1"/>
            <p:cNvSpPr/>
            <p:nvPr/>
          </p:nvSpPr>
          <p:spPr>
            <a:xfrm>
              <a:off x="-9816" y="1873768"/>
              <a:ext cx="1185614" cy="2369347"/>
            </a:xfrm>
            <a:custGeom>
              <a:rect b="b" l="l" r="r" t="t"/>
              <a:pathLst>
                <a:path extrusionOk="0" fill="none" h="42768" w="21400">
                  <a:moveTo>
                    <a:pt x="0" y="1"/>
                  </a:moveTo>
                  <a:lnTo>
                    <a:pt x="0" y="42767"/>
                  </a:lnTo>
                  <a:cubicBezTo>
                    <a:pt x="11824" y="42767"/>
                    <a:pt x="21399" y="33193"/>
                    <a:pt x="21399" y="21399"/>
                  </a:cubicBezTo>
                  <a:cubicBezTo>
                    <a:pt x="21399" y="9575"/>
                    <a:pt x="11824" y="1"/>
                    <a:pt x="0" y="1"/>
                  </a:cubicBezTo>
                  <a:close/>
                </a:path>
              </a:pathLst>
            </a:custGeom>
            <a:noFill/>
            <a:ln cap="flat" cmpd="sng" w="190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4" name="Google Shape;334;p11"/>
            <p:cNvGrpSpPr/>
            <p:nvPr/>
          </p:nvGrpSpPr>
          <p:grpSpPr>
            <a:xfrm>
              <a:off x="238719" y="2478666"/>
              <a:ext cx="589350" cy="1014019"/>
              <a:chOff x="832925" y="1132500"/>
              <a:chExt cx="376125" cy="647150"/>
            </a:xfrm>
          </p:grpSpPr>
          <p:sp>
            <p:nvSpPr>
              <p:cNvPr id="335" name="Google Shape;335;p11"/>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1"/>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1"/>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1"/>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1"/>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1"/>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1"/>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1"/>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5" name="Shape 345"/>
        <p:cNvGrpSpPr/>
        <p:nvPr/>
      </p:nvGrpSpPr>
      <p:grpSpPr>
        <a:xfrm>
          <a:off x="0" y="0"/>
          <a:ext cx="0" cy="0"/>
          <a:chOff x="0" y="0"/>
          <a:chExt cx="0" cy="0"/>
        </a:xfrm>
      </p:grpSpPr>
      <p:sp>
        <p:nvSpPr>
          <p:cNvPr id="346" name="Google Shape;346;p12"/>
          <p:cNvSpPr txBox="1"/>
          <p:nvPr>
            <p:ph hasCustomPrompt="1" type="title"/>
          </p:nvPr>
        </p:nvSpPr>
        <p:spPr>
          <a:xfrm>
            <a:off x="2286000" y="1106125"/>
            <a:ext cx="45720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47" name="Google Shape;347;p12"/>
          <p:cNvSpPr txBox="1"/>
          <p:nvPr>
            <p:ph idx="1" type="subTitle"/>
          </p:nvPr>
        </p:nvSpPr>
        <p:spPr>
          <a:xfrm>
            <a:off x="2286000" y="2734053"/>
            <a:ext cx="4572000" cy="666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21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grpSp>
        <p:nvGrpSpPr>
          <p:cNvPr id="348" name="Google Shape;348;p12"/>
          <p:cNvGrpSpPr/>
          <p:nvPr/>
        </p:nvGrpSpPr>
        <p:grpSpPr>
          <a:xfrm>
            <a:off x="345109" y="340123"/>
            <a:ext cx="680448" cy="1170759"/>
            <a:chOff x="832925" y="1132500"/>
            <a:chExt cx="376125" cy="647150"/>
          </a:xfrm>
        </p:grpSpPr>
        <p:sp>
          <p:nvSpPr>
            <p:cNvPr id="349" name="Google Shape;349;p12"/>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2"/>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2"/>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2"/>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2"/>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2"/>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2"/>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2"/>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2"/>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 name="Google Shape;359;p12"/>
          <p:cNvGrpSpPr/>
          <p:nvPr/>
        </p:nvGrpSpPr>
        <p:grpSpPr>
          <a:xfrm>
            <a:off x="7395788" y="4218700"/>
            <a:ext cx="1034975" cy="380725"/>
            <a:chOff x="713225" y="4249875"/>
            <a:chExt cx="1034975" cy="380725"/>
          </a:xfrm>
        </p:grpSpPr>
        <p:grpSp>
          <p:nvGrpSpPr>
            <p:cNvPr id="360" name="Google Shape;360;p12"/>
            <p:cNvGrpSpPr/>
            <p:nvPr/>
          </p:nvGrpSpPr>
          <p:grpSpPr>
            <a:xfrm>
              <a:off x="713225" y="4577400"/>
              <a:ext cx="1034975" cy="53200"/>
              <a:chOff x="713225" y="4577400"/>
              <a:chExt cx="1034975" cy="53200"/>
            </a:xfrm>
          </p:grpSpPr>
          <p:sp>
            <p:nvSpPr>
              <p:cNvPr id="361" name="Google Shape;361;p12"/>
              <p:cNvSpPr/>
              <p:nvPr/>
            </p:nvSpPr>
            <p:spPr>
              <a:xfrm>
                <a:off x="1695000" y="4577400"/>
                <a:ext cx="53200" cy="53200"/>
              </a:xfrm>
              <a:custGeom>
                <a:rect b="b" l="l" r="r" t="t"/>
                <a:pathLst>
                  <a:path extrusionOk="0" h="2128" w="2128">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2"/>
              <p:cNvSpPr/>
              <p:nvPr/>
            </p:nvSpPr>
            <p:spPr>
              <a:xfrm>
                <a:off x="1564300"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2"/>
              <p:cNvSpPr/>
              <p:nvPr/>
            </p:nvSpPr>
            <p:spPr>
              <a:xfrm>
                <a:off x="1406225" y="4577400"/>
                <a:ext cx="53225" cy="53200"/>
              </a:xfrm>
              <a:custGeom>
                <a:rect b="b" l="l" r="r" t="t"/>
                <a:pathLst>
                  <a:path extrusionOk="0" h="2128" w="2129">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2"/>
              <p:cNvSpPr/>
              <p:nvPr/>
            </p:nvSpPr>
            <p:spPr>
              <a:xfrm>
                <a:off x="12747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2"/>
              <p:cNvSpPr/>
              <p:nvPr/>
            </p:nvSpPr>
            <p:spPr>
              <a:xfrm>
                <a:off x="1126600" y="4577400"/>
                <a:ext cx="52450" cy="53200"/>
              </a:xfrm>
              <a:custGeom>
                <a:rect b="b" l="l" r="r" t="t"/>
                <a:pathLst>
                  <a:path extrusionOk="0" h="2128" w="2098">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2"/>
              <p:cNvSpPr/>
              <p:nvPr/>
            </p:nvSpPr>
            <p:spPr>
              <a:xfrm>
                <a:off x="9943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2"/>
              <p:cNvSpPr/>
              <p:nvPr/>
            </p:nvSpPr>
            <p:spPr>
              <a:xfrm>
                <a:off x="843925" y="4577400"/>
                <a:ext cx="53200" cy="53200"/>
              </a:xfrm>
              <a:custGeom>
                <a:rect b="b" l="l" r="r" t="t"/>
                <a:pathLst>
                  <a:path extrusionOk="0" h="2128" w="2128">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2"/>
              <p:cNvSpPr/>
              <p:nvPr/>
            </p:nvSpPr>
            <p:spPr>
              <a:xfrm>
                <a:off x="713225"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 name="Google Shape;369;p12"/>
            <p:cNvGrpSpPr/>
            <p:nvPr/>
          </p:nvGrpSpPr>
          <p:grpSpPr>
            <a:xfrm>
              <a:off x="713225" y="4468725"/>
              <a:ext cx="1034975" cy="53225"/>
              <a:chOff x="713225" y="4468725"/>
              <a:chExt cx="1034975" cy="53225"/>
            </a:xfrm>
          </p:grpSpPr>
          <p:sp>
            <p:nvSpPr>
              <p:cNvPr id="370" name="Google Shape;370;p12"/>
              <p:cNvSpPr/>
              <p:nvPr/>
            </p:nvSpPr>
            <p:spPr>
              <a:xfrm>
                <a:off x="1695000" y="4468725"/>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2"/>
              <p:cNvSpPr/>
              <p:nvPr/>
            </p:nvSpPr>
            <p:spPr>
              <a:xfrm>
                <a:off x="1564300"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2"/>
              <p:cNvSpPr/>
              <p:nvPr/>
            </p:nvSpPr>
            <p:spPr>
              <a:xfrm>
                <a:off x="1406225" y="4468725"/>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2"/>
              <p:cNvSpPr/>
              <p:nvPr/>
            </p:nvSpPr>
            <p:spPr>
              <a:xfrm>
                <a:off x="12747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2"/>
              <p:cNvSpPr/>
              <p:nvPr/>
            </p:nvSpPr>
            <p:spPr>
              <a:xfrm>
                <a:off x="1126600" y="4468725"/>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2"/>
              <p:cNvSpPr/>
              <p:nvPr/>
            </p:nvSpPr>
            <p:spPr>
              <a:xfrm>
                <a:off x="9943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2"/>
              <p:cNvSpPr/>
              <p:nvPr/>
            </p:nvSpPr>
            <p:spPr>
              <a:xfrm>
                <a:off x="843925" y="4468725"/>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2"/>
              <p:cNvSpPr/>
              <p:nvPr/>
            </p:nvSpPr>
            <p:spPr>
              <a:xfrm>
                <a:off x="713225"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 name="Google Shape;378;p12"/>
            <p:cNvGrpSpPr/>
            <p:nvPr/>
          </p:nvGrpSpPr>
          <p:grpSpPr>
            <a:xfrm>
              <a:off x="713225" y="4359300"/>
              <a:ext cx="1034975" cy="53225"/>
              <a:chOff x="713225" y="4359300"/>
              <a:chExt cx="1034975" cy="53225"/>
            </a:xfrm>
          </p:grpSpPr>
          <p:sp>
            <p:nvSpPr>
              <p:cNvPr id="379" name="Google Shape;379;p12"/>
              <p:cNvSpPr/>
              <p:nvPr/>
            </p:nvSpPr>
            <p:spPr>
              <a:xfrm>
                <a:off x="1695000" y="4359300"/>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2"/>
              <p:cNvSpPr/>
              <p:nvPr/>
            </p:nvSpPr>
            <p:spPr>
              <a:xfrm>
                <a:off x="1564300"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2"/>
              <p:cNvSpPr/>
              <p:nvPr/>
            </p:nvSpPr>
            <p:spPr>
              <a:xfrm>
                <a:off x="1406225" y="4359300"/>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2"/>
              <p:cNvSpPr/>
              <p:nvPr/>
            </p:nvSpPr>
            <p:spPr>
              <a:xfrm>
                <a:off x="12747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2"/>
              <p:cNvSpPr/>
              <p:nvPr/>
            </p:nvSpPr>
            <p:spPr>
              <a:xfrm>
                <a:off x="1126600" y="4359300"/>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2"/>
              <p:cNvSpPr/>
              <p:nvPr/>
            </p:nvSpPr>
            <p:spPr>
              <a:xfrm>
                <a:off x="9943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2"/>
              <p:cNvSpPr/>
              <p:nvPr/>
            </p:nvSpPr>
            <p:spPr>
              <a:xfrm>
                <a:off x="843925" y="4359300"/>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2"/>
              <p:cNvSpPr/>
              <p:nvPr/>
            </p:nvSpPr>
            <p:spPr>
              <a:xfrm>
                <a:off x="713225"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 name="Google Shape;387;p12"/>
            <p:cNvGrpSpPr/>
            <p:nvPr/>
          </p:nvGrpSpPr>
          <p:grpSpPr>
            <a:xfrm>
              <a:off x="713225" y="4249875"/>
              <a:ext cx="1034975" cy="53225"/>
              <a:chOff x="713225" y="4249875"/>
              <a:chExt cx="1034975" cy="53225"/>
            </a:xfrm>
          </p:grpSpPr>
          <p:sp>
            <p:nvSpPr>
              <p:cNvPr id="388" name="Google Shape;388;p12"/>
              <p:cNvSpPr/>
              <p:nvPr/>
            </p:nvSpPr>
            <p:spPr>
              <a:xfrm>
                <a:off x="1695000" y="4249875"/>
                <a:ext cx="53200" cy="53225"/>
              </a:xfrm>
              <a:custGeom>
                <a:rect b="b" l="l" r="r" t="t"/>
                <a:pathLst>
                  <a:path extrusionOk="0" h="2129" w="2128">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2"/>
              <p:cNvSpPr/>
              <p:nvPr/>
            </p:nvSpPr>
            <p:spPr>
              <a:xfrm>
                <a:off x="1564300"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2"/>
              <p:cNvSpPr/>
              <p:nvPr/>
            </p:nvSpPr>
            <p:spPr>
              <a:xfrm>
                <a:off x="1406225" y="4249875"/>
                <a:ext cx="53225" cy="53225"/>
              </a:xfrm>
              <a:custGeom>
                <a:rect b="b" l="l" r="r" t="t"/>
                <a:pathLst>
                  <a:path extrusionOk="0" h="2129" w="2129">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2"/>
              <p:cNvSpPr/>
              <p:nvPr/>
            </p:nvSpPr>
            <p:spPr>
              <a:xfrm>
                <a:off x="12747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2"/>
              <p:cNvSpPr/>
              <p:nvPr/>
            </p:nvSpPr>
            <p:spPr>
              <a:xfrm>
                <a:off x="1126600" y="4249875"/>
                <a:ext cx="52450" cy="53225"/>
              </a:xfrm>
              <a:custGeom>
                <a:rect b="b" l="l" r="r" t="t"/>
                <a:pathLst>
                  <a:path extrusionOk="0" h="2129" w="2098">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2"/>
              <p:cNvSpPr/>
              <p:nvPr/>
            </p:nvSpPr>
            <p:spPr>
              <a:xfrm>
                <a:off x="9943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2"/>
              <p:cNvSpPr/>
              <p:nvPr/>
            </p:nvSpPr>
            <p:spPr>
              <a:xfrm>
                <a:off x="843925" y="4249875"/>
                <a:ext cx="53200" cy="53225"/>
              </a:xfrm>
              <a:custGeom>
                <a:rect b="b" l="l" r="r" t="t"/>
                <a:pathLst>
                  <a:path extrusionOk="0" h="2129" w="2128">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a:off x="713225"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6" name="Google Shape;396;p12"/>
          <p:cNvSpPr/>
          <p:nvPr/>
        </p:nvSpPr>
        <p:spPr>
          <a:xfrm>
            <a:off x="-93500" y="2387148"/>
            <a:ext cx="1183896" cy="2369347"/>
          </a:xfrm>
          <a:custGeom>
            <a:rect b="b" l="l" r="r" t="t"/>
            <a:pathLst>
              <a:path extrusionOk="0" h="42768" w="21369">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2"/>
          <p:cNvSpPr/>
          <p:nvPr/>
        </p:nvSpPr>
        <p:spPr>
          <a:xfrm>
            <a:off x="-9816" y="2411668"/>
            <a:ext cx="1185614" cy="2369347"/>
          </a:xfrm>
          <a:custGeom>
            <a:rect b="b" l="l" r="r" t="t"/>
            <a:pathLst>
              <a:path extrusionOk="0" fill="none" h="42768" w="21400">
                <a:moveTo>
                  <a:pt x="0" y="1"/>
                </a:moveTo>
                <a:lnTo>
                  <a:pt x="0" y="42767"/>
                </a:lnTo>
                <a:cubicBezTo>
                  <a:pt x="11824" y="42767"/>
                  <a:pt x="21399" y="33193"/>
                  <a:pt x="21399" y="21399"/>
                </a:cubicBezTo>
                <a:cubicBezTo>
                  <a:pt x="21399" y="9575"/>
                  <a:pt x="11824" y="1"/>
                  <a:pt x="0" y="1"/>
                </a:cubicBezTo>
                <a:close/>
              </a:path>
            </a:pathLst>
          </a:custGeom>
          <a:noFill/>
          <a:ln cap="flat" cmpd="sng" w="190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8" name="Google Shape;398;p12"/>
          <p:cNvGrpSpPr/>
          <p:nvPr/>
        </p:nvGrpSpPr>
        <p:grpSpPr>
          <a:xfrm>
            <a:off x="238719" y="3016566"/>
            <a:ext cx="589350" cy="1014019"/>
            <a:chOff x="832925" y="1132500"/>
            <a:chExt cx="376125" cy="647150"/>
          </a:xfrm>
        </p:grpSpPr>
        <p:sp>
          <p:nvSpPr>
            <p:cNvPr id="399" name="Google Shape;399;p12"/>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2"/>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2"/>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2"/>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2"/>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2"/>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2"/>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2"/>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2"/>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2"/>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409" name="Shape 409"/>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2">
    <p:spTree>
      <p:nvGrpSpPr>
        <p:cNvPr id="410" name="Shape 410"/>
        <p:cNvGrpSpPr/>
        <p:nvPr/>
      </p:nvGrpSpPr>
      <p:grpSpPr>
        <a:xfrm>
          <a:off x="0" y="0"/>
          <a:ext cx="0" cy="0"/>
          <a:chOff x="0" y="0"/>
          <a:chExt cx="0" cy="0"/>
        </a:xfrm>
      </p:grpSpPr>
      <p:grpSp>
        <p:nvGrpSpPr>
          <p:cNvPr id="411" name="Google Shape;411;p14"/>
          <p:cNvGrpSpPr/>
          <p:nvPr/>
        </p:nvGrpSpPr>
        <p:grpSpPr>
          <a:xfrm>
            <a:off x="0" y="1515315"/>
            <a:ext cx="1535025" cy="283475"/>
            <a:chOff x="0" y="539500"/>
            <a:chExt cx="1535025" cy="283475"/>
          </a:xfrm>
        </p:grpSpPr>
        <p:sp>
          <p:nvSpPr>
            <p:cNvPr id="412" name="Google Shape;412;p14"/>
            <p:cNvSpPr/>
            <p:nvPr/>
          </p:nvSpPr>
          <p:spPr>
            <a:xfrm>
              <a:off x="0" y="5395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4"/>
            <p:cNvSpPr/>
            <p:nvPr/>
          </p:nvSpPr>
          <p:spPr>
            <a:xfrm>
              <a:off x="0" y="7241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 name="Google Shape;414;p14"/>
          <p:cNvGrpSpPr/>
          <p:nvPr/>
        </p:nvGrpSpPr>
        <p:grpSpPr>
          <a:xfrm>
            <a:off x="7898919" y="548641"/>
            <a:ext cx="531845" cy="538387"/>
            <a:chOff x="418544" y="539491"/>
            <a:chExt cx="531845" cy="538387"/>
          </a:xfrm>
        </p:grpSpPr>
        <p:sp>
          <p:nvSpPr>
            <p:cNvPr id="415" name="Google Shape;415;p14"/>
            <p:cNvSpPr/>
            <p:nvPr/>
          </p:nvSpPr>
          <p:spPr>
            <a:xfrm>
              <a:off x="418544" y="904069"/>
              <a:ext cx="172516" cy="173808"/>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4"/>
            <p:cNvSpPr/>
            <p:nvPr/>
          </p:nvSpPr>
          <p:spPr>
            <a:xfrm>
              <a:off x="839296" y="539491"/>
              <a:ext cx="26167" cy="86258"/>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4"/>
            <p:cNvSpPr/>
            <p:nvPr/>
          </p:nvSpPr>
          <p:spPr>
            <a:xfrm>
              <a:off x="839296" y="644003"/>
              <a:ext cx="26167" cy="86297"/>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4"/>
            <p:cNvSpPr/>
            <p:nvPr/>
          </p:nvSpPr>
          <p:spPr>
            <a:xfrm>
              <a:off x="870634" y="620500"/>
              <a:ext cx="79755" cy="26167"/>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756955" y="622684"/>
              <a:ext cx="79755" cy="26167"/>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0" name="Google Shape;420;p14"/>
          <p:cNvSpPr txBox="1"/>
          <p:nvPr>
            <p:ph type="title"/>
          </p:nvPr>
        </p:nvSpPr>
        <p:spPr>
          <a:xfrm>
            <a:off x="713225" y="457200"/>
            <a:ext cx="7717500" cy="572700"/>
          </a:xfrm>
          <a:prstGeom prst="rect">
            <a:avLst/>
          </a:prstGeom>
        </p:spPr>
        <p:txBody>
          <a:bodyPr anchorCtr="0" anchor="t" bIns="0" lIns="0" spcFirstLastPara="1" rIns="0" wrap="square" tIns="0">
            <a:noAutofit/>
          </a:bodyPr>
          <a:lstStyle>
            <a:lvl1pPr lvl="0" marR="64008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1" name="Google Shape;421;p14"/>
          <p:cNvSpPr txBox="1"/>
          <p:nvPr>
            <p:ph idx="1" type="subTitle"/>
          </p:nvPr>
        </p:nvSpPr>
        <p:spPr>
          <a:xfrm>
            <a:off x="1018025" y="2278125"/>
            <a:ext cx="1068000" cy="5727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4000">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2" name="Google Shape;422;p14"/>
          <p:cNvSpPr txBox="1"/>
          <p:nvPr>
            <p:ph idx="2" type="subTitle"/>
          </p:nvPr>
        </p:nvSpPr>
        <p:spPr>
          <a:xfrm>
            <a:off x="713225" y="3757059"/>
            <a:ext cx="1828800" cy="8976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423" name="Google Shape;423;p14"/>
          <p:cNvSpPr txBox="1"/>
          <p:nvPr>
            <p:ph idx="3" type="subTitle"/>
          </p:nvPr>
        </p:nvSpPr>
        <p:spPr>
          <a:xfrm>
            <a:off x="689100" y="3182112"/>
            <a:ext cx="18288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4" name="Google Shape;424;p14"/>
          <p:cNvSpPr txBox="1"/>
          <p:nvPr>
            <p:ph idx="4" type="subTitle"/>
          </p:nvPr>
        </p:nvSpPr>
        <p:spPr>
          <a:xfrm>
            <a:off x="2999225" y="2278125"/>
            <a:ext cx="1068000" cy="5727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4000">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5" name="Google Shape;425;p14"/>
          <p:cNvSpPr txBox="1"/>
          <p:nvPr>
            <p:ph idx="5" type="subTitle"/>
          </p:nvPr>
        </p:nvSpPr>
        <p:spPr>
          <a:xfrm>
            <a:off x="2694425" y="3757059"/>
            <a:ext cx="1828800" cy="8976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426" name="Google Shape;426;p14"/>
          <p:cNvSpPr txBox="1"/>
          <p:nvPr>
            <p:ph idx="6" type="subTitle"/>
          </p:nvPr>
        </p:nvSpPr>
        <p:spPr>
          <a:xfrm>
            <a:off x="2670300" y="3182112"/>
            <a:ext cx="18288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7" name="Google Shape;427;p14"/>
          <p:cNvSpPr txBox="1"/>
          <p:nvPr>
            <p:ph idx="7" type="subTitle"/>
          </p:nvPr>
        </p:nvSpPr>
        <p:spPr>
          <a:xfrm>
            <a:off x="4980425" y="2278125"/>
            <a:ext cx="1068000" cy="5727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4000">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8" name="Google Shape;428;p14"/>
          <p:cNvSpPr txBox="1"/>
          <p:nvPr>
            <p:ph idx="8" type="subTitle"/>
          </p:nvPr>
        </p:nvSpPr>
        <p:spPr>
          <a:xfrm>
            <a:off x="4675625" y="3757059"/>
            <a:ext cx="1828800" cy="8976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429" name="Google Shape;429;p14"/>
          <p:cNvSpPr txBox="1"/>
          <p:nvPr>
            <p:ph idx="9" type="subTitle"/>
          </p:nvPr>
        </p:nvSpPr>
        <p:spPr>
          <a:xfrm>
            <a:off x="4812725" y="3182112"/>
            <a:ext cx="15546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30" name="Google Shape;430;p14"/>
          <p:cNvSpPr txBox="1"/>
          <p:nvPr>
            <p:ph idx="13" type="subTitle"/>
          </p:nvPr>
        </p:nvSpPr>
        <p:spPr>
          <a:xfrm>
            <a:off x="6961625" y="2278125"/>
            <a:ext cx="1068000" cy="5727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4000">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31" name="Google Shape;431;p14"/>
          <p:cNvSpPr txBox="1"/>
          <p:nvPr>
            <p:ph idx="14" type="subTitle"/>
          </p:nvPr>
        </p:nvSpPr>
        <p:spPr>
          <a:xfrm>
            <a:off x="6656825" y="3757059"/>
            <a:ext cx="1828800" cy="8976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432" name="Google Shape;432;p14"/>
          <p:cNvSpPr txBox="1"/>
          <p:nvPr>
            <p:ph idx="15" type="subTitle"/>
          </p:nvPr>
        </p:nvSpPr>
        <p:spPr>
          <a:xfrm>
            <a:off x="6632700" y="3182112"/>
            <a:ext cx="18288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3">
    <p:spTree>
      <p:nvGrpSpPr>
        <p:cNvPr id="433" name="Shape 433"/>
        <p:cNvGrpSpPr/>
        <p:nvPr/>
      </p:nvGrpSpPr>
      <p:grpSpPr>
        <a:xfrm>
          <a:off x="0" y="0"/>
          <a:ext cx="0" cy="0"/>
          <a:chOff x="0" y="0"/>
          <a:chExt cx="0" cy="0"/>
        </a:xfrm>
      </p:grpSpPr>
      <p:sp>
        <p:nvSpPr>
          <p:cNvPr id="434" name="Google Shape;434;p15"/>
          <p:cNvSpPr txBox="1"/>
          <p:nvPr>
            <p:ph idx="1" type="subTitle"/>
          </p:nvPr>
        </p:nvSpPr>
        <p:spPr>
          <a:xfrm>
            <a:off x="1371600" y="1243584"/>
            <a:ext cx="6400800" cy="14520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3600"/>
              <a:buNone/>
              <a:defRPr sz="2800">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grpSp>
        <p:nvGrpSpPr>
          <p:cNvPr id="435" name="Google Shape;435;p15"/>
          <p:cNvGrpSpPr/>
          <p:nvPr/>
        </p:nvGrpSpPr>
        <p:grpSpPr>
          <a:xfrm>
            <a:off x="746575" y="4282625"/>
            <a:ext cx="1535025" cy="283475"/>
            <a:chOff x="689100" y="4315950"/>
            <a:chExt cx="1535025" cy="283475"/>
          </a:xfrm>
        </p:grpSpPr>
        <p:sp>
          <p:nvSpPr>
            <p:cNvPr id="436" name="Google Shape;436;p15"/>
            <p:cNvSpPr/>
            <p:nvPr/>
          </p:nvSpPr>
          <p:spPr>
            <a:xfrm>
              <a:off x="689100" y="43159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689100" y="45006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8" name="Google Shape;438;p15"/>
          <p:cNvSpPr/>
          <p:nvPr/>
        </p:nvSpPr>
        <p:spPr>
          <a:xfrm rot="-8567907">
            <a:off x="7527935" y="-1471916"/>
            <a:ext cx="2943829" cy="2943829"/>
          </a:xfrm>
          <a:prstGeom prst="blockArc">
            <a:avLst>
              <a:gd fmla="val 10800000" name="adj1"/>
              <a:gd fmla="val 0" name="adj2"/>
              <a:gd fmla="val 25000" name="adj3"/>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9" name="Google Shape;439;p15"/>
          <p:cNvGrpSpPr/>
          <p:nvPr/>
        </p:nvGrpSpPr>
        <p:grpSpPr>
          <a:xfrm>
            <a:off x="8136094" y="3585416"/>
            <a:ext cx="589350" cy="1014019"/>
            <a:chOff x="832925" y="1132500"/>
            <a:chExt cx="376125" cy="647150"/>
          </a:xfrm>
        </p:grpSpPr>
        <p:sp>
          <p:nvSpPr>
            <p:cNvPr id="440" name="Google Shape;440;p15"/>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5"/>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5"/>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5"/>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5"/>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5"/>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5"/>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5"/>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5"/>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 name="Google Shape;450;p15"/>
          <p:cNvGrpSpPr/>
          <p:nvPr/>
        </p:nvGrpSpPr>
        <p:grpSpPr>
          <a:xfrm>
            <a:off x="447294" y="539491"/>
            <a:ext cx="531845" cy="538387"/>
            <a:chOff x="418544" y="539491"/>
            <a:chExt cx="531845" cy="538387"/>
          </a:xfrm>
        </p:grpSpPr>
        <p:sp>
          <p:nvSpPr>
            <p:cNvPr id="451" name="Google Shape;451;p15"/>
            <p:cNvSpPr/>
            <p:nvPr/>
          </p:nvSpPr>
          <p:spPr>
            <a:xfrm>
              <a:off x="418544" y="904069"/>
              <a:ext cx="172516" cy="173808"/>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5"/>
            <p:cNvSpPr/>
            <p:nvPr/>
          </p:nvSpPr>
          <p:spPr>
            <a:xfrm>
              <a:off x="839296" y="539491"/>
              <a:ext cx="26167" cy="86258"/>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5"/>
            <p:cNvSpPr/>
            <p:nvPr/>
          </p:nvSpPr>
          <p:spPr>
            <a:xfrm>
              <a:off x="839296" y="644003"/>
              <a:ext cx="26167" cy="86297"/>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5"/>
            <p:cNvSpPr/>
            <p:nvPr/>
          </p:nvSpPr>
          <p:spPr>
            <a:xfrm>
              <a:off x="870634" y="620500"/>
              <a:ext cx="79755" cy="26167"/>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5"/>
            <p:cNvSpPr/>
            <p:nvPr/>
          </p:nvSpPr>
          <p:spPr>
            <a:xfrm>
              <a:off x="756955" y="622684"/>
              <a:ext cx="79755" cy="26167"/>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6" name="Google Shape;456;p15"/>
          <p:cNvSpPr txBox="1"/>
          <p:nvPr>
            <p:ph type="title"/>
          </p:nvPr>
        </p:nvSpPr>
        <p:spPr>
          <a:xfrm>
            <a:off x="1371600" y="2709672"/>
            <a:ext cx="6400800" cy="338400"/>
          </a:xfrm>
          <a:prstGeom prst="rect">
            <a:avLst/>
          </a:prstGeom>
        </p:spPr>
        <p:txBody>
          <a:bodyPr anchorCtr="0" anchor="b" bIns="0" lIns="0" spcFirstLastPara="1" rIns="0" wrap="square" tIns="0">
            <a:noAutofit/>
          </a:bodyPr>
          <a:lstStyle>
            <a:lvl1pPr lvl="0" algn="ctr">
              <a:spcBef>
                <a:spcPts val="0"/>
              </a:spcBef>
              <a:spcAft>
                <a:spcPts val="0"/>
              </a:spcAft>
              <a:buSzPts val="1800"/>
              <a:buChar char="-"/>
              <a:defRPr sz="1800"/>
            </a:lvl1pPr>
            <a:lvl2pPr lvl="1">
              <a:spcBef>
                <a:spcPts val="0"/>
              </a:spcBef>
              <a:spcAft>
                <a:spcPts val="0"/>
              </a:spcAft>
              <a:buSzPts val="2800"/>
              <a:buChar char="-"/>
              <a:defRPr/>
            </a:lvl2pPr>
            <a:lvl3pPr lvl="2">
              <a:spcBef>
                <a:spcPts val="0"/>
              </a:spcBef>
              <a:spcAft>
                <a:spcPts val="0"/>
              </a:spcAft>
              <a:buSzPts val="2800"/>
              <a:buChar char="-"/>
              <a:defRPr/>
            </a:lvl3pPr>
            <a:lvl4pPr lvl="3">
              <a:spcBef>
                <a:spcPts val="0"/>
              </a:spcBef>
              <a:spcAft>
                <a:spcPts val="0"/>
              </a:spcAft>
              <a:buSzPts val="2800"/>
              <a:buChar char="-"/>
              <a:defRPr/>
            </a:lvl4pPr>
            <a:lvl5pPr lvl="4">
              <a:spcBef>
                <a:spcPts val="0"/>
              </a:spcBef>
              <a:spcAft>
                <a:spcPts val="0"/>
              </a:spcAft>
              <a:buSzPts val="2800"/>
              <a:buChar char="-"/>
              <a:defRPr/>
            </a:lvl5pPr>
            <a:lvl6pPr lvl="5">
              <a:spcBef>
                <a:spcPts val="0"/>
              </a:spcBef>
              <a:spcAft>
                <a:spcPts val="0"/>
              </a:spcAft>
              <a:buSzPts val="2800"/>
              <a:buChar char="-"/>
              <a:defRPr/>
            </a:lvl6pPr>
            <a:lvl7pPr lvl="6">
              <a:spcBef>
                <a:spcPts val="0"/>
              </a:spcBef>
              <a:spcAft>
                <a:spcPts val="0"/>
              </a:spcAft>
              <a:buSzPts val="2800"/>
              <a:buChar char="-"/>
              <a:defRPr/>
            </a:lvl7pPr>
            <a:lvl8pPr lvl="7">
              <a:spcBef>
                <a:spcPts val="0"/>
              </a:spcBef>
              <a:spcAft>
                <a:spcPts val="0"/>
              </a:spcAft>
              <a:buSzPts val="2800"/>
              <a:buChar char="-"/>
              <a:defRPr/>
            </a:lvl8pPr>
            <a:lvl9pPr lvl="8">
              <a:spcBef>
                <a:spcPts val="0"/>
              </a:spcBef>
              <a:spcAft>
                <a:spcPts val="0"/>
              </a:spcAft>
              <a:buSzPts val="2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4">
    <p:spTree>
      <p:nvGrpSpPr>
        <p:cNvPr id="457" name="Shape 457"/>
        <p:cNvGrpSpPr/>
        <p:nvPr/>
      </p:nvGrpSpPr>
      <p:grpSpPr>
        <a:xfrm>
          <a:off x="0" y="0"/>
          <a:ext cx="0" cy="0"/>
          <a:chOff x="0" y="0"/>
          <a:chExt cx="0" cy="0"/>
        </a:xfrm>
      </p:grpSpPr>
      <p:sp>
        <p:nvSpPr>
          <p:cNvPr id="458" name="Google Shape;458;p16"/>
          <p:cNvSpPr txBox="1"/>
          <p:nvPr>
            <p:ph type="title"/>
          </p:nvPr>
        </p:nvSpPr>
        <p:spPr>
          <a:xfrm>
            <a:off x="689100" y="457200"/>
            <a:ext cx="7741800" cy="640200"/>
          </a:xfrm>
          <a:prstGeom prst="rect">
            <a:avLst/>
          </a:prstGeom>
        </p:spPr>
        <p:txBody>
          <a:bodyPr anchorCtr="0" anchor="t" bIns="0" lIns="0" spcFirstLastPara="1" rIns="0" wrap="square" tIns="0">
            <a:noAutofit/>
          </a:bodyPr>
          <a:lstStyle>
            <a:lvl1pPr lvl="0"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9" name="Google Shape;459;p16"/>
          <p:cNvSpPr txBox="1"/>
          <p:nvPr>
            <p:ph idx="1" type="subTitle"/>
          </p:nvPr>
        </p:nvSpPr>
        <p:spPr>
          <a:xfrm>
            <a:off x="705725" y="1417320"/>
            <a:ext cx="1975200" cy="305400"/>
          </a:xfrm>
          <a:prstGeom prst="rect">
            <a:avLst/>
          </a:prstGeom>
        </p:spPr>
        <p:txBody>
          <a:bodyPr anchorCtr="0" anchor="b" bIns="0" lIns="0" spcFirstLastPara="1" rIns="0" wrap="square" tIns="0">
            <a:noAutofit/>
          </a:bodyPr>
          <a:lstStyle>
            <a:lvl1pPr lvl="0" rtl="0">
              <a:spcBef>
                <a:spcPts val="0"/>
              </a:spcBef>
              <a:spcAft>
                <a:spcPts val="0"/>
              </a:spcAft>
              <a:buClr>
                <a:schemeClr val="accent4"/>
              </a:buClr>
              <a:buSzPts val="1800"/>
              <a:buFont typeface="Alegreya Sans"/>
              <a:buNone/>
              <a:defRPr sz="18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60" name="Google Shape;460;p16"/>
          <p:cNvSpPr txBox="1"/>
          <p:nvPr>
            <p:ph idx="2" type="subTitle"/>
          </p:nvPr>
        </p:nvSpPr>
        <p:spPr>
          <a:xfrm>
            <a:off x="705725" y="1830883"/>
            <a:ext cx="1970700" cy="507000"/>
          </a:xfrm>
          <a:prstGeom prst="rect">
            <a:avLst/>
          </a:prstGeom>
        </p:spPr>
        <p:txBody>
          <a:bodyPr anchorCtr="0" anchor="t" bIns="0" lIns="0" spcFirstLastPara="1" rIns="0" wrap="square" tIns="0">
            <a:noAutofit/>
          </a:bodyPr>
          <a:lstStyle>
            <a:lvl1pPr lvl="0"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461" name="Google Shape;461;p16"/>
          <p:cNvSpPr txBox="1"/>
          <p:nvPr>
            <p:ph idx="3" type="subTitle"/>
          </p:nvPr>
        </p:nvSpPr>
        <p:spPr>
          <a:xfrm>
            <a:off x="705725" y="2342947"/>
            <a:ext cx="1975200" cy="305400"/>
          </a:xfrm>
          <a:prstGeom prst="rect">
            <a:avLst/>
          </a:prstGeom>
        </p:spPr>
        <p:txBody>
          <a:bodyPr anchorCtr="0" anchor="b" bIns="0" lIns="0" spcFirstLastPara="1" rIns="0" wrap="square" tIns="0">
            <a:noAutofit/>
          </a:bodyPr>
          <a:lstStyle>
            <a:lvl1pPr lvl="0" rtl="0">
              <a:spcBef>
                <a:spcPts val="0"/>
              </a:spcBef>
              <a:spcAft>
                <a:spcPts val="0"/>
              </a:spcAft>
              <a:buClr>
                <a:schemeClr val="accent4"/>
              </a:buClr>
              <a:buSzPts val="1800"/>
              <a:buFont typeface="Alegreya Sans"/>
              <a:buNone/>
              <a:defRPr sz="18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62" name="Google Shape;462;p16"/>
          <p:cNvSpPr txBox="1"/>
          <p:nvPr>
            <p:ph idx="4" type="subTitle"/>
          </p:nvPr>
        </p:nvSpPr>
        <p:spPr>
          <a:xfrm>
            <a:off x="705725" y="2763571"/>
            <a:ext cx="1975200" cy="507000"/>
          </a:xfrm>
          <a:prstGeom prst="rect">
            <a:avLst/>
          </a:prstGeom>
        </p:spPr>
        <p:txBody>
          <a:bodyPr anchorCtr="0" anchor="t" bIns="0" lIns="0" spcFirstLastPara="1" rIns="0" wrap="square" tIns="0">
            <a:noAutofit/>
          </a:bodyPr>
          <a:lstStyle>
            <a:lvl1pPr lvl="0"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463" name="Google Shape;463;p16"/>
          <p:cNvSpPr txBox="1"/>
          <p:nvPr>
            <p:ph idx="5" type="subTitle"/>
          </p:nvPr>
        </p:nvSpPr>
        <p:spPr>
          <a:xfrm>
            <a:off x="705725" y="3257347"/>
            <a:ext cx="1920300" cy="320100"/>
          </a:xfrm>
          <a:prstGeom prst="rect">
            <a:avLst/>
          </a:prstGeom>
        </p:spPr>
        <p:txBody>
          <a:bodyPr anchorCtr="0" anchor="b" bIns="0" lIns="0" spcFirstLastPara="1" rIns="0" wrap="square" tIns="0">
            <a:noAutofit/>
          </a:bodyPr>
          <a:lstStyle>
            <a:lvl1pPr lvl="0" rtl="0">
              <a:spcBef>
                <a:spcPts val="0"/>
              </a:spcBef>
              <a:spcAft>
                <a:spcPts val="0"/>
              </a:spcAft>
              <a:buClr>
                <a:schemeClr val="accent4"/>
              </a:buClr>
              <a:buSzPts val="1800"/>
              <a:buFont typeface="Alegreya Sans"/>
              <a:buNone/>
              <a:defRPr sz="18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64" name="Google Shape;464;p16"/>
          <p:cNvSpPr txBox="1"/>
          <p:nvPr>
            <p:ph idx="6" type="subTitle"/>
          </p:nvPr>
        </p:nvSpPr>
        <p:spPr>
          <a:xfrm>
            <a:off x="705725" y="3696259"/>
            <a:ext cx="1975200" cy="531600"/>
          </a:xfrm>
          <a:prstGeom prst="rect">
            <a:avLst/>
          </a:prstGeom>
        </p:spPr>
        <p:txBody>
          <a:bodyPr anchorCtr="0" anchor="t" bIns="0" lIns="0" spcFirstLastPara="1" rIns="0" wrap="square" tIns="0">
            <a:noAutofit/>
          </a:bodyPr>
          <a:lstStyle>
            <a:lvl1pPr lvl="0"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grpSp>
        <p:nvGrpSpPr>
          <p:cNvPr id="465" name="Google Shape;465;p16"/>
          <p:cNvGrpSpPr/>
          <p:nvPr/>
        </p:nvGrpSpPr>
        <p:grpSpPr>
          <a:xfrm>
            <a:off x="8090559" y="262760"/>
            <a:ext cx="680448" cy="1170759"/>
            <a:chOff x="832925" y="1132500"/>
            <a:chExt cx="376125" cy="647150"/>
          </a:xfrm>
        </p:grpSpPr>
        <p:sp>
          <p:nvSpPr>
            <p:cNvPr id="466" name="Google Shape;466;p16"/>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6"/>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6"/>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6"/>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6"/>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6"/>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6"/>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 name="Google Shape;476;p16"/>
          <p:cNvGrpSpPr/>
          <p:nvPr/>
        </p:nvGrpSpPr>
        <p:grpSpPr>
          <a:xfrm>
            <a:off x="7395800" y="4205850"/>
            <a:ext cx="1034975" cy="380725"/>
            <a:chOff x="713225" y="4249875"/>
            <a:chExt cx="1034975" cy="380725"/>
          </a:xfrm>
        </p:grpSpPr>
        <p:grpSp>
          <p:nvGrpSpPr>
            <p:cNvPr id="477" name="Google Shape;477;p16"/>
            <p:cNvGrpSpPr/>
            <p:nvPr/>
          </p:nvGrpSpPr>
          <p:grpSpPr>
            <a:xfrm>
              <a:off x="713225" y="4577400"/>
              <a:ext cx="1034975" cy="53200"/>
              <a:chOff x="713225" y="4577400"/>
              <a:chExt cx="1034975" cy="53200"/>
            </a:xfrm>
          </p:grpSpPr>
          <p:sp>
            <p:nvSpPr>
              <p:cNvPr id="478" name="Google Shape;478;p16"/>
              <p:cNvSpPr/>
              <p:nvPr/>
            </p:nvSpPr>
            <p:spPr>
              <a:xfrm>
                <a:off x="1695000" y="4577400"/>
                <a:ext cx="53200" cy="53200"/>
              </a:xfrm>
              <a:custGeom>
                <a:rect b="b" l="l" r="r" t="t"/>
                <a:pathLst>
                  <a:path extrusionOk="0" h="2128" w="2128">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a:off x="1564300"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p:nvPr/>
            </p:nvSpPr>
            <p:spPr>
              <a:xfrm>
                <a:off x="1406225" y="4577400"/>
                <a:ext cx="53225" cy="53200"/>
              </a:xfrm>
              <a:custGeom>
                <a:rect b="b" l="l" r="r" t="t"/>
                <a:pathLst>
                  <a:path extrusionOk="0" h="2128" w="2129">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6"/>
              <p:cNvSpPr/>
              <p:nvPr/>
            </p:nvSpPr>
            <p:spPr>
              <a:xfrm>
                <a:off x="12747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6"/>
              <p:cNvSpPr/>
              <p:nvPr/>
            </p:nvSpPr>
            <p:spPr>
              <a:xfrm>
                <a:off x="1126600" y="4577400"/>
                <a:ext cx="52450" cy="53200"/>
              </a:xfrm>
              <a:custGeom>
                <a:rect b="b" l="l" r="r" t="t"/>
                <a:pathLst>
                  <a:path extrusionOk="0" h="2128" w="2098">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6"/>
              <p:cNvSpPr/>
              <p:nvPr/>
            </p:nvSpPr>
            <p:spPr>
              <a:xfrm>
                <a:off x="9943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6"/>
              <p:cNvSpPr/>
              <p:nvPr/>
            </p:nvSpPr>
            <p:spPr>
              <a:xfrm>
                <a:off x="843925" y="4577400"/>
                <a:ext cx="53200" cy="53200"/>
              </a:xfrm>
              <a:custGeom>
                <a:rect b="b" l="l" r="r" t="t"/>
                <a:pathLst>
                  <a:path extrusionOk="0" h="2128" w="2128">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6"/>
              <p:cNvSpPr/>
              <p:nvPr/>
            </p:nvSpPr>
            <p:spPr>
              <a:xfrm>
                <a:off x="713225"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6" name="Google Shape;486;p16"/>
            <p:cNvGrpSpPr/>
            <p:nvPr/>
          </p:nvGrpSpPr>
          <p:grpSpPr>
            <a:xfrm>
              <a:off x="713225" y="4468725"/>
              <a:ext cx="1034975" cy="53225"/>
              <a:chOff x="713225" y="4468725"/>
              <a:chExt cx="1034975" cy="53225"/>
            </a:xfrm>
          </p:grpSpPr>
          <p:sp>
            <p:nvSpPr>
              <p:cNvPr id="487" name="Google Shape;487;p16"/>
              <p:cNvSpPr/>
              <p:nvPr/>
            </p:nvSpPr>
            <p:spPr>
              <a:xfrm>
                <a:off x="1695000" y="4468725"/>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6"/>
              <p:cNvSpPr/>
              <p:nvPr/>
            </p:nvSpPr>
            <p:spPr>
              <a:xfrm>
                <a:off x="1564300"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6"/>
              <p:cNvSpPr/>
              <p:nvPr/>
            </p:nvSpPr>
            <p:spPr>
              <a:xfrm>
                <a:off x="1406225" y="4468725"/>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6"/>
              <p:cNvSpPr/>
              <p:nvPr/>
            </p:nvSpPr>
            <p:spPr>
              <a:xfrm>
                <a:off x="12747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6"/>
              <p:cNvSpPr/>
              <p:nvPr/>
            </p:nvSpPr>
            <p:spPr>
              <a:xfrm>
                <a:off x="1126600" y="4468725"/>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6"/>
              <p:cNvSpPr/>
              <p:nvPr/>
            </p:nvSpPr>
            <p:spPr>
              <a:xfrm>
                <a:off x="9943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6"/>
              <p:cNvSpPr/>
              <p:nvPr/>
            </p:nvSpPr>
            <p:spPr>
              <a:xfrm>
                <a:off x="843925" y="4468725"/>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6"/>
              <p:cNvSpPr/>
              <p:nvPr/>
            </p:nvSpPr>
            <p:spPr>
              <a:xfrm>
                <a:off x="713225"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5" name="Google Shape;495;p16"/>
            <p:cNvGrpSpPr/>
            <p:nvPr/>
          </p:nvGrpSpPr>
          <p:grpSpPr>
            <a:xfrm>
              <a:off x="713225" y="4359300"/>
              <a:ext cx="1034975" cy="53225"/>
              <a:chOff x="713225" y="4359300"/>
              <a:chExt cx="1034975" cy="53225"/>
            </a:xfrm>
          </p:grpSpPr>
          <p:sp>
            <p:nvSpPr>
              <p:cNvPr id="496" name="Google Shape;496;p16"/>
              <p:cNvSpPr/>
              <p:nvPr/>
            </p:nvSpPr>
            <p:spPr>
              <a:xfrm>
                <a:off x="1695000" y="4359300"/>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6"/>
              <p:cNvSpPr/>
              <p:nvPr/>
            </p:nvSpPr>
            <p:spPr>
              <a:xfrm>
                <a:off x="1564300"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6"/>
              <p:cNvSpPr/>
              <p:nvPr/>
            </p:nvSpPr>
            <p:spPr>
              <a:xfrm>
                <a:off x="1406225" y="4359300"/>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6"/>
              <p:cNvSpPr/>
              <p:nvPr/>
            </p:nvSpPr>
            <p:spPr>
              <a:xfrm>
                <a:off x="12747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6"/>
              <p:cNvSpPr/>
              <p:nvPr/>
            </p:nvSpPr>
            <p:spPr>
              <a:xfrm>
                <a:off x="1126600" y="4359300"/>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6"/>
              <p:cNvSpPr/>
              <p:nvPr/>
            </p:nvSpPr>
            <p:spPr>
              <a:xfrm>
                <a:off x="9943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6"/>
              <p:cNvSpPr/>
              <p:nvPr/>
            </p:nvSpPr>
            <p:spPr>
              <a:xfrm>
                <a:off x="843925" y="4359300"/>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6"/>
              <p:cNvSpPr/>
              <p:nvPr/>
            </p:nvSpPr>
            <p:spPr>
              <a:xfrm>
                <a:off x="713225"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 name="Google Shape;504;p16"/>
            <p:cNvGrpSpPr/>
            <p:nvPr/>
          </p:nvGrpSpPr>
          <p:grpSpPr>
            <a:xfrm>
              <a:off x="713225" y="4249875"/>
              <a:ext cx="1034975" cy="53225"/>
              <a:chOff x="713225" y="4249875"/>
              <a:chExt cx="1034975" cy="53225"/>
            </a:xfrm>
          </p:grpSpPr>
          <p:sp>
            <p:nvSpPr>
              <p:cNvPr id="505" name="Google Shape;505;p16"/>
              <p:cNvSpPr/>
              <p:nvPr/>
            </p:nvSpPr>
            <p:spPr>
              <a:xfrm>
                <a:off x="1695000" y="4249875"/>
                <a:ext cx="53200" cy="53225"/>
              </a:xfrm>
              <a:custGeom>
                <a:rect b="b" l="l" r="r" t="t"/>
                <a:pathLst>
                  <a:path extrusionOk="0" h="2129" w="2128">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6"/>
              <p:cNvSpPr/>
              <p:nvPr/>
            </p:nvSpPr>
            <p:spPr>
              <a:xfrm>
                <a:off x="1564300"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6"/>
              <p:cNvSpPr/>
              <p:nvPr/>
            </p:nvSpPr>
            <p:spPr>
              <a:xfrm>
                <a:off x="1406225" y="4249875"/>
                <a:ext cx="53225" cy="53225"/>
              </a:xfrm>
              <a:custGeom>
                <a:rect b="b" l="l" r="r" t="t"/>
                <a:pathLst>
                  <a:path extrusionOk="0" h="2129" w="2129">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6"/>
              <p:cNvSpPr/>
              <p:nvPr/>
            </p:nvSpPr>
            <p:spPr>
              <a:xfrm>
                <a:off x="12747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6"/>
              <p:cNvSpPr/>
              <p:nvPr/>
            </p:nvSpPr>
            <p:spPr>
              <a:xfrm>
                <a:off x="1126600" y="4249875"/>
                <a:ext cx="52450" cy="53225"/>
              </a:xfrm>
              <a:custGeom>
                <a:rect b="b" l="l" r="r" t="t"/>
                <a:pathLst>
                  <a:path extrusionOk="0" h="2129" w="2098">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6"/>
              <p:cNvSpPr/>
              <p:nvPr/>
            </p:nvSpPr>
            <p:spPr>
              <a:xfrm>
                <a:off x="9943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6"/>
              <p:cNvSpPr/>
              <p:nvPr/>
            </p:nvSpPr>
            <p:spPr>
              <a:xfrm>
                <a:off x="843925" y="4249875"/>
                <a:ext cx="53200" cy="53225"/>
              </a:xfrm>
              <a:custGeom>
                <a:rect b="b" l="l" r="r" t="t"/>
                <a:pathLst>
                  <a:path extrusionOk="0" h="2129" w="2128">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6"/>
              <p:cNvSpPr/>
              <p:nvPr/>
            </p:nvSpPr>
            <p:spPr>
              <a:xfrm>
                <a:off x="713225"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5">
    <p:spTree>
      <p:nvGrpSpPr>
        <p:cNvPr id="513" name="Shape 513"/>
        <p:cNvGrpSpPr/>
        <p:nvPr/>
      </p:nvGrpSpPr>
      <p:grpSpPr>
        <a:xfrm>
          <a:off x="0" y="0"/>
          <a:ext cx="0" cy="0"/>
          <a:chOff x="0" y="0"/>
          <a:chExt cx="0" cy="0"/>
        </a:xfrm>
      </p:grpSpPr>
      <p:sp>
        <p:nvSpPr>
          <p:cNvPr id="514" name="Google Shape;514;p17"/>
          <p:cNvSpPr txBox="1"/>
          <p:nvPr>
            <p:ph type="title"/>
          </p:nvPr>
        </p:nvSpPr>
        <p:spPr>
          <a:xfrm>
            <a:off x="705725" y="457200"/>
            <a:ext cx="7725000" cy="640200"/>
          </a:xfrm>
          <a:prstGeom prst="rect">
            <a:avLst/>
          </a:prstGeom>
        </p:spPr>
        <p:txBody>
          <a:bodyPr anchorCtr="0" anchor="t" bIns="0" lIns="0" spcFirstLastPara="1" rIns="0" wrap="square" tIns="0">
            <a:noAutofit/>
          </a:bodyPr>
          <a:lstStyle>
            <a:lvl1pPr lvl="0" algn="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15" name="Google Shape;515;p17"/>
          <p:cNvSpPr txBox="1"/>
          <p:nvPr>
            <p:ph idx="1" type="subTitle"/>
          </p:nvPr>
        </p:nvSpPr>
        <p:spPr>
          <a:xfrm>
            <a:off x="2364975" y="1984248"/>
            <a:ext cx="16641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6" name="Google Shape;516;p17"/>
          <p:cNvSpPr txBox="1"/>
          <p:nvPr>
            <p:ph idx="2" type="subTitle"/>
          </p:nvPr>
        </p:nvSpPr>
        <p:spPr>
          <a:xfrm>
            <a:off x="2364975" y="3246120"/>
            <a:ext cx="1664100" cy="731400"/>
          </a:xfrm>
          <a:prstGeom prst="rect">
            <a:avLst/>
          </a:prstGeom>
        </p:spPr>
        <p:txBody>
          <a:bodyPr anchorCtr="0" anchor="t" bIns="0" lIns="0" spcFirstLastPara="1" rIns="0" wrap="square" tIns="0">
            <a:noAutofit/>
          </a:bodyPr>
          <a:lstStyle>
            <a:lvl1pPr lvl="0" rtl="0" algn="ctr">
              <a:spcBef>
                <a:spcPts val="0"/>
              </a:spcBef>
              <a:spcAft>
                <a:spcPts val="0"/>
              </a:spcAft>
              <a:buSzPts val="1800"/>
              <a:buNone/>
              <a:defRPr/>
            </a:lvl1pPr>
            <a:lvl2pPr lvl="1"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2pPr>
            <a:lvl3pPr lvl="2"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3pPr>
            <a:lvl4pPr lvl="3"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4pPr>
            <a:lvl5pPr lvl="4"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5pPr>
            <a:lvl6pPr lvl="5"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6pPr>
            <a:lvl7pPr lvl="6"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7pPr>
            <a:lvl8pPr lvl="7"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8pPr>
            <a:lvl9pPr lvl="8"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9pPr>
          </a:lstStyle>
          <a:p/>
        </p:txBody>
      </p:sp>
      <p:sp>
        <p:nvSpPr>
          <p:cNvPr id="517" name="Google Shape;517;p17"/>
          <p:cNvSpPr txBox="1"/>
          <p:nvPr>
            <p:ph idx="3" type="subTitle"/>
          </p:nvPr>
        </p:nvSpPr>
        <p:spPr>
          <a:xfrm>
            <a:off x="4523475" y="1984248"/>
            <a:ext cx="16641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8" name="Google Shape;518;p17"/>
          <p:cNvSpPr txBox="1"/>
          <p:nvPr>
            <p:ph idx="4" type="subTitle"/>
          </p:nvPr>
        </p:nvSpPr>
        <p:spPr>
          <a:xfrm>
            <a:off x="4523475" y="3246126"/>
            <a:ext cx="1664100" cy="7314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519" name="Google Shape;519;p17"/>
          <p:cNvSpPr txBox="1"/>
          <p:nvPr>
            <p:ph idx="5" type="subTitle"/>
          </p:nvPr>
        </p:nvSpPr>
        <p:spPr>
          <a:xfrm>
            <a:off x="6647550" y="1984248"/>
            <a:ext cx="16641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20" name="Google Shape;520;p17"/>
          <p:cNvSpPr txBox="1"/>
          <p:nvPr>
            <p:ph idx="6" type="subTitle"/>
          </p:nvPr>
        </p:nvSpPr>
        <p:spPr>
          <a:xfrm>
            <a:off x="6647550" y="3246126"/>
            <a:ext cx="1664100" cy="7314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grpSp>
        <p:nvGrpSpPr>
          <p:cNvPr id="521" name="Google Shape;521;p17"/>
          <p:cNvGrpSpPr/>
          <p:nvPr/>
        </p:nvGrpSpPr>
        <p:grpSpPr>
          <a:xfrm>
            <a:off x="7394250" y="4438300"/>
            <a:ext cx="1036525" cy="161125"/>
            <a:chOff x="713225" y="4468250"/>
            <a:chExt cx="1036525" cy="161125"/>
          </a:xfrm>
        </p:grpSpPr>
        <p:sp>
          <p:nvSpPr>
            <p:cNvPr id="522" name="Google Shape;522;p17"/>
            <p:cNvSpPr/>
            <p:nvPr/>
          </p:nvSpPr>
          <p:spPr>
            <a:xfrm>
              <a:off x="16965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7"/>
            <p:cNvSpPr/>
            <p:nvPr/>
          </p:nvSpPr>
          <p:spPr>
            <a:xfrm>
              <a:off x="1565825" y="4576150"/>
              <a:ext cx="53225" cy="53225"/>
            </a:xfrm>
            <a:custGeom>
              <a:rect b="b" l="l" r="r" t="t"/>
              <a:pathLst>
                <a:path extrusionOk="0" h="2129" w="2129">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7"/>
            <p:cNvSpPr/>
            <p:nvPr/>
          </p:nvSpPr>
          <p:spPr>
            <a:xfrm>
              <a:off x="14070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7"/>
            <p:cNvSpPr/>
            <p:nvPr/>
          </p:nvSpPr>
          <p:spPr>
            <a:xfrm>
              <a:off x="12755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7"/>
            <p:cNvSpPr/>
            <p:nvPr/>
          </p:nvSpPr>
          <p:spPr>
            <a:xfrm>
              <a:off x="1126600" y="4576150"/>
              <a:ext cx="53225" cy="53225"/>
            </a:xfrm>
            <a:custGeom>
              <a:rect b="b" l="l" r="r" t="t"/>
              <a:pathLst>
                <a:path extrusionOk="0" h="2129" w="2129">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7"/>
            <p:cNvSpPr/>
            <p:nvPr/>
          </p:nvSpPr>
          <p:spPr>
            <a:xfrm>
              <a:off x="9959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7"/>
            <p:cNvSpPr/>
            <p:nvPr/>
          </p:nvSpPr>
          <p:spPr>
            <a:xfrm>
              <a:off x="8454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7"/>
            <p:cNvSpPr/>
            <p:nvPr/>
          </p:nvSpPr>
          <p:spPr>
            <a:xfrm>
              <a:off x="7132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7"/>
            <p:cNvSpPr/>
            <p:nvPr/>
          </p:nvSpPr>
          <p:spPr>
            <a:xfrm>
              <a:off x="16965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7"/>
            <p:cNvSpPr/>
            <p:nvPr/>
          </p:nvSpPr>
          <p:spPr>
            <a:xfrm>
              <a:off x="1565825" y="4468250"/>
              <a:ext cx="53225" cy="53225"/>
            </a:xfrm>
            <a:custGeom>
              <a:rect b="b" l="l" r="r" t="t"/>
              <a:pathLst>
                <a:path extrusionOk="0" h="2129" w="2129">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7"/>
            <p:cNvSpPr/>
            <p:nvPr/>
          </p:nvSpPr>
          <p:spPr>
            <a:xfrm>
              <a:off x="14070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7"/>
            <p:cNvSpPr/>
            <p:nvPr/>
          </p:nvSpPr>
          <p:spPr>
            <a:xfrm>
              <a:off x="12755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7"/>
            <p:cNvSpPr/>
            <p:nvPr/>
          </p:nvSpPr>
          <p:spPr>
            <a:xfrm>
              <a:off x="1126600" y="4468250"/>
              <a:ext cx="53225" cy="53225"/>
            </a:xfrm>
            <a:custGeom>
              <a:rect b="b" l="l" r="r" t="t"/>
              <a:pathLst>
                <a:path extrusionOk="0" h="2129" w="2129">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7"/>
            <p:cNvSpPr/>
            <p:nvPr/>
          </p:nvSpPr>
          <p:spPr>
            <a:xfrm>
              <a:off x="9959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7"/>
            <p:cNvSpPr/>
            <p:nvPr/>
          </p:nvSpPr>
          <p:spPr>
            <a:xfrm>
              <a:off x="8454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7"/>
            <p:cNvSpPr/>
            <p:nvPr/>
          </p:nvSpPr>
          <p:spPr>
            <a:xfrm>
              <a:off x="7132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 name="Google Shape;538;p17"/>
          <p:cNvGrpSpPr/>
          <p:nvPr/>
        </p:nvGrpSpPr>
        <p:grpSpPr>
          <a:xfrm>
            <a:off x="-54287" y="596650"/>
            <a:ext cx="1535025" cy="283475"/>
            <a:chOff x="689100" y="4315950"/>
            <a:chExt cx="1535025" cy="283475"/>
          </a:xfrm>
        </p:grpSpPr>
        <p:sp>
          <p:nvSpPr>
            <p:cNvPr id="539" name="Google Shape;539;p17"/>
            <p:cNvSpPr/>
            <p:nvPr/>
          </p:nvSpPr>
          <p:spPr>
            <a:xfrm>
              <a:off x="689100" y="43159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7"/>
            <p:cNvSpPr/>
            <p:nvPr/>
          </p:nvSpPr>
          <p:spPr>
            <a:xfrm>
              <a:off x="689100" y="45006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6">
    <p:spTree>
      <p:nvGrpSpPr>
        <p:cNvPr id="541" name="Shape 541"/>
        <p:cNvGrpSpPr/>
        <p:nvPr/>
      </p:nvGrpSpPr>
      <p:grpSpPr>
        <a:xfrm>
          <a:off x="0" y="0"/>
          <a:ext cx="0" cy="0"/>
          <a:chOff x="0" y="0"/>
          <a:chExt cx="0" cy="0"/>
        </a:xfrm>
      </p:grpSpPr>
      <p:grpSp>
        <p:nvGrpSpPr>
          <p:cNvPr id="542" name="Google Shape;542;p18"/>
          <p:cNvGrpSpPr/>
          <p:nvPr/>
        </p:nvGrpSpPr>
        <p:grpSpPr>
          <a:xfrm>
            <a:off x="345109" y="340123"/>
            <a:ext cx="680448" cy="1170759"/>
            <a:chOff x="832925" y="1132500"/>
            <a:chExt cx="376125" cy="647150"/>
          </a:xfrm>
        </p:grpSpPr>
        <p:sp>
          <p:nvSpPr>
            <p:cNvPr id="543" name="Google Shape;543;p18"/>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8"/>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8"/>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8"/>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8"/>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8"/>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8"/>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8"/>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8"/>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8"/>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18"/>
          <p:cNvGrpSpPr/>
          <p:nvPr/>
        </p:nvGrpSpPr>
        <p:grpSpPr>
          <a:xfrm>
            <a:off x="-321762" y="3275175"/>
            <a:ext cx="1034975" cy="380725"/>
            <a:chOff x="713225" y="4249875"/>
            <a:chExt cx="1034975" cy="380725"/>
          </a:xfrm>
        </p:grpSpPr>
        <p:grpSp>
          <p:nvGrpSpPr>
            <p:cNvPr id="554" name="Google Shape;554;p18"/>
            <p:cNvGrpSpPr/>
            <p:nvPr/>
          </p:nvGrpSpPr>
          <p:grpSpPr>
            <a:xfrm>
              <a:off x="713225" y="4577400"/>
              <a:ext cx="1034975" cy="53200"/>
              <a:chOff x="713225" y="4577400"/>
              <a:chExt cx="1034975" cy="53200"/>
            </a:xfrm>
          </p:grpSpPr>
          <p:sp>
            <p:nvSpPr>
              <p:cNvPr id="555" name="Google Shape;555;p18"/>
              <p:cNvSpPr/>
              <p:nvPr/>
            </p:nvSpPr>
            <p:spPr>
              <a:xfrm>
                <a:off x="1695000" y="4577400"/>
                <a:ext cx="53200" cy="53200"/>
              </a:xfrm>
              <a:custGeom>
                <a:rect b="b" l="l" r="r" t="t"/>
                <a:pathLst>
                  <a:path extrusionOk="0" h="2128" w="2128">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8"/>
              <p:cNvSpPr/>
              <p:nvPr/>
            </p:nvSpPr>
            <p:spPr>
              <a:xfrm>
                <a:off x="1564300"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8"/>
              <p:cNvSpPr/>
              <p:nvPr/>
            </p:nvSpPr>
            <p:spPr>
              <a:xfrm>
                <a:off x="1406225" y="4577400"/>
                <a:ext cx="53225" cy="53200"/>
              </a:xfrm>
              <a:custGeom>
                <a:rect b="b" l="l" r="r" t="t"/>
                <a:pathLst>
                  <a:path extrusionOk="0" h="2128" w="2129">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8"/>
              <p:cNvSpPr/>
              <p:nvPr/>
            </p:nvSpPr>
            <p:spPr>
              <a:xfrm>
                <a:off x="12747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8"/>
              <p:cNvSpPr/>
              <p:nvPr/>
            </p:nvSpPr>
            <p:spPr>
              <a:xfrm>
                <a:off x="1126600" y="4577400"/>
                <a:ext cx="52450" cy="53200"/>
              </a:xfrm>
              <a:custGeom>
                <a:rect b="b" l="l" r="r" t="t"/>
                <a:pathLst>
                  <a:path extrusionOk="0" h="2128" w="2098">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8"/>
              <p:cNvSpPr/>
              <p:nvPr/>
            </p:nvSpPr>
            <p:spPr>
              <a:xfrm>
                <a:off x="9943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8"/>
              <p:cNvSpPr/>
              <p:nvPr/>
            </p:nvSpPr>
            <p:spPr>
              <a:xfrm>
                <a:off x="843925" y="4577400"/>
                <a:ext cx="53200" cy="53200"/>
              </a:xfrm>
              <a:custGeom>
                <a:rect b="b" l="l" r="r" t="t"/>
                <a:pathLst>
                  <a:path extrusionOk="0" h="2128" w="2128">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8"/>
              <p:cNvSpPr/>
              <p:nvPr/>
            </p:nvSpPr>
            <p:spPr>
              <a:xfrm>
                <a:off x="713225"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 name="Google Shape;563;p18"/>
            <p:cNvGrpSpPr/>
            <p:nvPr/>
          </p:nvGrpSpPr>
          <p:grpSpPr>
            <a:xfrm>
              <a:off x="713225" y="4468725"/>
              <a:ext cx="1034975" cy="53225"/>
              <a:chOff x="713225" y="4468725"/>
              <a:chExt cx="1034975" cy="53225"/>
            </a:xfrm>
          </p:grpSpPr>
          <p:sp>
            <p:nvSpPr>
              <p:cNvPr id="564" name="Google Shape;564;p18"/>
              <p:cNvSpPr/>
              <p:nvPr/>
            </p:nvSpPr>
            <p:spPr>
              <a:xfrm>
                <a:off x="1695000" y="4468725"/>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8"/>
              <p:cNvSpPr/>
              <p:nvPr/>
            </p:nvSpPr>
            <p:spPr>
              <a:xfrm>
                <a:off x="1564300"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8"/>
              <p:cNvSpPr/>
              <p:nvPr/>
            </p:nvSpPr>
            <p:spPr>
              <a:xfrm>
                <a:off x="1406225" y="4468725"/>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8"/>
              <p:cNvSpPr/>
              <p:nvPr/>
            </p:nvSpPr>
            <p:spPr>
              <a:xfrm>
                <a:off x="12747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8"/>
              <p:cNvSpPr/>
              <p:nvPr/>
            </p:nvSpPr>
            <p:spPr>
              <a:xfrm>
                <a:off x="1126600" y="4468725"/>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8"/>
              <p:cNvSpPr/>
              <p:nvPr/>
            </p:nvSpPr>
            <p:spPr>
              <a:xfrm>
                <a:off x="9943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8"/>
              <p:cNvSpPr/>
              <p:nvPr/>
            </p:nvSpPr>
            <p:spPr>
              <a:xfrm>
                <a:off x="843925" y="4468725"/>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8"/>
              <p:cNvSpPr/>
              <p:nvPr/>
            </p:nvSpPr>
            <p:spPr>
              <a:xfrm>
                <a:off x="713225"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 name="Google Shape;572;p18"/>
            <p:cNvGrpSpPr/>
            <p:nvPr/>
          </p:nvGrpSpPr>
          <p:grpSpPr>
            <a:xfrm>
              <a:off x="713225" y="4359300"/>
              <a:ext cx="1034975" cy="53225"/>
              <a:chOff x="713225" y="4359300"/>
              <a:chExt cx="1034975" cy="53225"/>
            </a:xfrm>
          </p:grpSpPr>
          <p:sp>
            <p:nvSpPr>
              <p:cNvPr id="573" name="Google Shape;573;p18"/>
              <p:cNvSpPr/>
              <p:nvPr/>
            </p:nvSpPr>
            <p:spPr>
              <a:xfrm>
                <a:off x="1695000" y="4359300"/>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8"/>
              <p:cNvSpPr/>
              <p:nvPr/>
            </p:nvSpPr>
            <p:spPr>
              <a:xfrm>
                <a:off x="1564300"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8"/>
              <p:cNvSpPr/>
              <p:nvPr/>
            </p:nvSpPr>
            <p:spPr>
              <a:xfrm>
                <a:off x="1406225" y="4359300"/>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8"/>
              <p:cNvSpPr/>
              <p:nvPr/>
            </p:nvSpPr>
            <p:spPr>
              <a:xfrm>
                <a:off x="12747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8"/>
              <p:cNvSpPr/>
              <p:nvPr/>
            </p:nvSpPr>
            <p:spPr>
              <a:xfrm>
                <a:off x="1126600" y="4359300"/>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8"/>
              <p:cNvSpPr/>
              <p:nvPr/>
            </p:nvSpPr>
            <p:spPr>
              <a:xfrm>
                <a:off x="9943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8"/>
              <p:cNvSpPr/>
              <p:nvPr/>
            </p:nvSpPr>
            <p:spPr>
              <a:xfrm>
                <a:off x="843925" y="4359300"/>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8"/>
              <p:cNvSpPr/>
              <p:nvPr/>
            </p:nvSpPr>
            <p:spPr>
              <a:xfrm>
                <a:off x="713225"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 name="Google Shape;581;p18"/>
            <p:cNvGrpSpPr/>
            <p:nvPr/>
          </p:nvGrpSpPr>
          <p:grpSpPr>
            <a:xfrm>
              <a:off x="713225" y="4249875"/>
              <a:ext cx="1034975" cy="53225"/>
              <a:chOff x="713225" y="4249875"/>
              <a:chExt cx="1034975" cy="53225"/>
            </a:xfrm>
          </p:grpSpPr>
          <p:sp>
            <p:nvSpPr>
              <p:cNvPr id="582" name="Google Shape;582;p18"/>
              <p:cNvSpPr/>
              <p:nvPr/>
            </p:nvSpPr>
            <p:spPr>
              <a:xfrm>
                <a:off x="1695000" y="4249875"/>
                <a:ext cx="53200" cy="53225"/>
              </a:xfrm>
              <a:custGeom>
                <a:rect b="b" l="l" r="r" t="t"/>
                <a:pathLst>
                  <a:path extrusionOk="0" h="2129" w="2128">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8"/>
              <p:cNvSpPr/>
              <p:nvPr/>
            </p:nvSpPr>
            <p:spPr>
              <a:xfrm>
                <a:off x="1564300"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8"/>
              <p:cNvSpPr/>
              <p:nvPr/>
            </p:nvSpPr>
            <p:spPr>
              <a:xfrm>
                <a:off x="1406225" y="4249875"/>
                <a:ext cx="53225" cy="53225"/>
              </a:xfrm>
              <a:custGeom>
                <a:rect b="b" l="l" r="r" t="t"/>
                <a:pathLst>
                  <a:path extrusionOk="0" h="2129" w="2129">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8"/>
              <p:cNvSpPr/>
              <p:nvPr/>
            </p:nvSpPr>
            <p:spPr>
              <a:xfrm>
                <a:off x="12747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8"/>
              <p:cNvSpPr/>
              <p:nvPr/>
            </p:nvSpPr>
            <p:spPr>
              <a:xfrm>
                <a:off x="1126600" y="4249875"/>
                <a:ext cx="52450" cy="53225"/>
              </a:xfrm>
              <a:custGeom>
                <a:rect b="b" l="l" r="r" t="t"/>
                <a:pathLst>
                  <a:path extrusionOk="0" h="2129" w="2098">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8"/>
              <p:cNvSpPr/>
              <p:nvPr/>
            </p:nvSpPr>
            <p:spPr>
              <a:xfrm>
                <a:off x="9943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8"/>
              <p:cNvSpPr/>
              <p:nvPr/>
            </p:nvSpPr>
            <p:spPr>
              <a:xfrm>
                <a:off x="843925" y="4249875"/>
                <a:ext cx="53200" cy="53225"/>
              </a:xfrm>
              <a:custGeom>
                <a:rect b="b" l="l" r="r" t="t"/>
                <a:pathLst>
                  <a:path extrusionOk="0" h="2129" w="2128">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8"/>
              <p:cNvSpPr/>
              <p:nvPr/>
            </p:nvSpPr>
            <p:spPr>
              <a:xfrm>
                <a:off x="713225"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90" name="Google Shape;590;p18"/>
          <p:cNvGrpSpPr/>
          <p:nvPr/>
        </p:nvGrpSpPr>
        <p:grpSpPr>
          <a:xfrm>
            <a:off x="8397102" y="539502"/>
            <a:ext cx="746892" cy="1493542"/>
            <a:chOff x="8397102" y="539502"/>
            <a:chExt cx="746892" cy="1493542"/>
          </a:xfrm>
        </p:grpSpPr>
        <p:sp>
          <p:nvSpPr>
            <p:cNvPr id="591" name="Google Shape;591;p18"/>
            <p:cNvSpPr/>
            <p:nvPr/>
          </p:nvSpPr>
          <p:spPr>
            <a:xfrm flipH="1" rot="10800000">
              <a:off x="8397102" y="539502"/>
              <a:ext cx="746892" cy="1493542"/>
            </a:xfrm>
            <a:custGeom>
              <a:rect b="b" l="l" r="r" t="t"/>
              <a:pathLst>
                <a:path extrusionOk="0" fill="none" h="14590" w="7296">
                  <a:moveTo>
                    <a:pt x="7295" y="14590"/>
                  </a:moveTo>
                  <a:cubicBezTo>
                    <a:pt x="3283" y="14590"/>
                    <a:pt x="0" y="11338"/>
                    <a:pt x="0" y="7295"/>
                  </a:cubicBezTo>
                  <a:cubicBezTo>
                    <a:pt x="0" y="3283"/>
                    <a:pt x="3283" y="0"/>
                    <a:pt x="7295" y="0"/>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8"/>
            <p:cNvSpPr/>
            <p:nvPr/>
          </p:nvSpPr>
          <p:spPr>
            <a:xfrm flipH="1" rot="10800000">
              <a:off x="8577583" y="754163"/>
              <a:ext cx="538364" cy="1073528"/>
            </a:xfrm>
            <a:custGeom>
              <a:rect b="b" l="l" r="r" t="t"/>
              <a:pathLst>
                <a:path extrusionOk="0" fill="none" h="10487" w="5259">
                  <a:moveTo>
                    <a:pt x="5259" y="10487"/>
                  </a:moveTo>
                  <a:cubicBezTo>
                    <a:pt x="2371" y="10487"/>
                    <a:pt x="0" y="8146"/>
                    <a:pt x="0" y="5259"/>
                  </a:cubicBezTo>
                  <a:cubicBezTo>
                    <a:pt x="0" y="2371"/>
                    <a:pt x="2371" y="0"/>
                    <a:pt x="5259" y="0"/>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3" name="Google Shape;593;p18"/>
          <p:cNvSpPr txBox="1"/>
          <p:nvPr>
            <p:ph idx="1" type="subTitle"/>
          </p:nvPr>
        </p:nvSpPr>
        <p:spPr>
          <a:xfrm>
            <a:off x="1018025" y="1918125"/>
            <a:ext cx="20208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4" name="Google Shape;594;p18"/>
          <p:cNvSpPr txBox="1"/>
          <p:nvPr>
            <p:ph idx="2" type="subTitle"/>
          </p:nvPr>
        </p:nvSpPr>
        <p:spPr>
          <a:xfrm>
            <a:off x="1018025" y="2494197"/>
            <a:ext cx="2020800" cy="4572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595" name="Google Shape;595;p18"/>
          <p:cNvSpPr txBox="1"/>
          <p:nvPr>
            <p:ph idx="3" type="subTitle"/>
          </p:nvPr>
        </p:nvSpPr>
        <p:spPr>
          <a:xfrm>
            <a:off x="3561600" y="1918125"/>
            <a:ext cx="20208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6" name="Google Shape;596;p18"/>
          <p:cNvSpPr txBox="1"/>
          <p:nvPr>
            <p:ph idx="4" type="subTitle"/>
          </p:nvPr>
        </p:nvSpPr>
        <p:spPr>
          <a:xfrm>
            <a:off x="3561600" y="2494197"/>
            <a:ext cx="2020800" cy="4572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597" name="Google Shape;597;p18"/>
          <p:cNvSpPr txBox="1"/>
          <p:nvPr>
            <p:ph idx="5" type="subTitle"/>
          </p:nvPr>
        </p:nvSpPr>
        <p:spPr>
          <a:xfrm>
            <a:off x="6105167" y="1918125"/>
            <a:ext cx="20208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8" name="Google Shape;598;p18"/>
          <p:cNvSpPr txBox="1"/>
          <p:nvPr>
            <p:ph idx="6" type="subTitle"/>
          </p:nvPr>
        </p:nvSpPr>
        <p:spPr>
          <a:xfrm>
            <a:off x="6105167" y="2494197"/>
            <a:ext cx="2020800" cy="4572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599" name="Google Shape;599;p18"/>
          <p:cNvSpPr txBox="1"/>
          <p:nvPr>
            <p:ph idx="7" type="subTitle"/>
          </p:nvPr>
        </p:nvSpPr>
        <p:spPr>
          <a:xfrm>
            <a:off x="1018025" y="3564045"/>
            <a:ext cx="20208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00" name="Google Shape;600;p18"/>
          <p:cNvSpPr txBox="1"/>
          <p:nvPr>
            <p:ph idx="8" type="subTitle"/>
          </p:nvPr>
        </p:nvSpPr>
        <p:spPr>
          <a:xfrm>
            <a:off x="1018025" y="4130973"/>
            <a:ext cx="2020800" cy="4572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601" name="Google Shape;601;p18"/>
          <p:cNvSpPr txBox="1"/>
          <p:nvPr>
            <p:ph idx="9" type="subTitle"/>
          </p:nvPr>
        </p:nvSpPr>
        <p:spPr>
          <a:xfrm>
            <a:off x="3561600" y="3564045"/>
            <a:ext cx="20208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02" name="Google Shape;602;p18"/>
          <p:cNvSpPr txBox="1"/>
          <p:nvPr>
            <p:ph idx="13" type="subTitle"/>
          </p:nvPr>
        </p:nvSpPr>
        <p:spPr>
          <a:xfrm>
            <a:off x="3561600" y="4130973"/>
            <a:ext cx="2020800" cy="4572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603" name="Google Shape;603;p18"/>
          <p:cNvSpPr txBox="1"/>
          <p:nvPr>
            <p:ph idx="14" type="subTitle"/>
          </p:nvPr>
        </p:nvSpPr>
        <p:spPr>
          <a:xfrm>
            <a:off x="6105167" y="3564045"/>
            <a:ext cx="20208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04" name="Google Shape;604;p18"/>
          <p:cNvSpPr txBox="1"/>
          <p:nvPr>
            <p:ph idx="15" type="subTitle"/>
          </p:nvPr>
        </p:nvSpPr>
        <p:spPr>
          <a:xfrm>
            <a:off x="6105167" y="4130973"/>
            <a:ext cx="2020800" cy="4572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605" name="Google Shape;605;p18"/>
          <p:cNvSpPr txBox="1"/>
          <p:nvPr>
            <p:ph type="title"/>
          </p:nvPr>
        </p:nvSpPr>
        <p:spPr>
          <a:xfrm>
            <a:off x="713225" y="457200"/>
            <a:ext cx="7717500" cy="640200"/>
          </a:xfrm>
          <a:prstGeom prst="rect">
            <a:avLst/>
          </a:prstGeom>
        </p:spPr>
        <p:txBody>
          <a:bodyPr anchorCtr="0" anchor="t" bIns="0" lIns="0" spcFirstLastPara="1" rIns="0" wrap="square" tIns="0">
            <a:noAutofit/>
          </a:bodyPr>
          <a:lstStyle>
            <a:lvl1pPr lvl="0" rtl="0" algn="ctr">
              <a:spcBef>
                <a:spcPts val="0"/>
              </a:spcBef>
              <a:spcAft>
                <a:spcPts val="0"/>
              </a:spcAft>
              <a:buSzPts val="35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7">
    <p:spTree>
      <p:nvGrpSpPr>
        <p:cNvPr id="606" name="Shape 606"/>
        <p:cNvGrpSpPr/>
        <p:nvPr/>
      </p:nvGrpSpPr>
      <p:grpSpPr>
        <a:xfrm>
          <a:off x="0" y="0"/>
          <a:ext cx="0" cy="0"/>
          <a:chOff x="0" y="0"/>
          <a:chExt cx="0" cy="0"/>
        </a:xfrm>
      </p:grpSpPr>
      <p:grpSp>
        <p:nvGrpSpPr>
          <p:cNvPr id="607" name="Google Shape;607;p19"/>
          <p:cNvGrpSpPr/>
          <p:nvPr/>
        </p:nvGrpSpPr>
        <p:grpSpPr>
          <a:xfrm>
            <a:off x="451559" y="347148"/>
            <a:ext cx="680448" cy="1170759"/>
            <a:chOff x="832925" y="1132500"/>
            <a:chExt cx="376125" cy="647150"/>
          </a:xfrm>
        </p:grpSpPr>
        <p:sp>
          <p:nvSpPr>
            <p:cNvPr id="608" name="Google Shape;608;p19"/>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9"/>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9"/>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9"/>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9"/>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9"/>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9"/>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9"/>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9"/>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9"/>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8" name="Google Shape;618;p19"/>
          <p:cNvGrpSpPr/>
          <p:nvPr/>
        </p:nvGrpSpPr>
        <p:grpSpPr>
          <a:xfrm>
            <a:off x="7394200" y="1517888"/>
            <a:ext cx="1036525" cy="161125"/>
            <a:chOff x="7394200" y="556313"/>
            <a:chExt cx="1036525" cy="161125"/>
          </a:xfrm>
        </p:grpSpPr>
        <p:sp>
          <p:nvSpPr>
            <p:cNvPr id="619" name="Google Shape;619;p19"/>
            <p:cNvSpPr/>
            <p:nvPr/>
          </p:nvSpPr>
          <p:spPr>
            <a:xfrm>
              <a:off x="8377500" y="664213"/>
              <a:ext cx="53225" cy="53225"/>
            </a:xfrm>
            <a:custGeom>
              <a:rect b="b" l="l" r="r" t="t"/>
              <a:pathLst>
                <a:path extrusionOk="0" h="2129" w="2129">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9"/>
            <p:cNvSpPr/>
            <p:nvPr/>
          </p:nvSpPr>
          <p:spPr>
            <a:xfrm>
              <a:off x="8246800" y="664213"/>
              <a:ext cx="53225" cy="53225"/>
            </a:xfrm>
            <a:custGeom>
              <a:rect b="b" l="l" r="r" t="t"/>
              <a:pathLst>
                <a:path extrusionOk="0" h="2129" w="2129">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9"/>
            <p:cNvSpPr/>
            <p:nvPr/>
          </p:nvSpPr>
          <p:spPr>
            <a:xfrm>
              <a:off x="8087975" y="664213"/>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9"/>
            <p:cNvSpPr/>
            <p:nvPr/>
          </p:nvSpPr>
          <p:spPr>
            <a:xfrm>
              <a:off x="7956525" y="664213"/>
              <a:ext cx="53225" cy="53225"/>
            </a:xfrm>
            <a:custGeom>
              <a:rect b="b" l="l" r="r" t="t"/>
              <a:pathLst>
                <a:path extrusionOk="0" h="2129" w="2129">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9"/>
            <p:cNvSpPr/>
            <p:nvPr/>
          </p:nvSpPr>
          <p:spPr>
            <a:xfrm>
              <a:off x="7807575" y="664213"/>
              <a:ext cx="53225" cy="53225"/>
            </a:xfrm>
            <a:custGeom>
              <a:rect b="b" l="l" r="r" t="t"/>
              <a:pathLst>
                <a:path extrusionOk="0" h="2129" w="2129">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9"/>
            <p:cNvSpPr/>
            <p:nvPr/>
          </p:nvSpPr>
          <p:spPr>
            <a:xfrm>
              <a:off x="7676875" y="664213"/>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9"/>
            <p:cNvSpPr/>
            <p:nvPr/>
          </p:nvSpPr>
          <p:spPr>
            <a:xfrm>
              <a:off x="7526425" y="664213"/>
              <a:ext cx="53225" cy="53225"/>
            </a:xfrm>
            <a:custGeom>
              <a:rect b="b" l="l" r="r" t="t"/>
              <a:pathLst>
                <a:path extrusionOk="0" h="2129" w="2129">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9"/>
            <p:cNvSpPr/>
            <p:nvPr/>
          </p:nvSpPr>
          <p:spPr>
            <a:xfrm>
              <a:off x="7394200" y="664213"/>
              <a:ext cx="53225" cy="53225"/>
            </a:xfrm>
            <a:custGeom>
              <a:rect b="b" l="l" r="r" t="t"/>
              <a:pathLst>
                <a:path extrusionOk="0" h="2129" w="2129">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9"/>
            <p:cNvSpPr/>
            <p:nvPr/>
          </p:nvSpPr>
          <p:spPr>
            <a:xfrm>
              <a:off x="8377500" y="556313"/>
              <a:ext cx="53225" cy="53225"/>
            </a:xfrm>
            <a:custGeom>
              <a:rect b="b" l="l" r="r" t="t"/>
              <a:pathLst>
                <a:path extrusionOk="0" h="2129" w="2129">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9"/>
            <p:cNvSpPr/>
            <p:nvPr/>
          </p:nvSpPr>
          <p:spPr>
            <a:xfrm>
              <a:off x="8246800" y="556313"/>
              <a:ext cx="53225" cy="53225"/>
            </a:xfrm>
            <a:custGeom>
              <a:rect b="b" l="l" r="r" t="t"/>
              <a:pathLst>
                <a:path extrusionOk="0" h="2129" w="2129">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9"/>
            <p:cNvSpPr/>
            <p:nvPr/>
          </p:nvSpPr>
          <p:spPr>
            <a:xfrm>
              <a:off x="8087975" y="556313"/>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9"/>
            <p:cNvSpPr/>
            <p:nvPr/>
          </p:nvSpPr>
          <p:spPr>
            <a:xfrm>
              <a:off x="7956525" y="556313"/>
              <a:ext cx="53225" cy="53225"/>
            </a:xfrm>
            <a:custGeom>
              <a:rect b="b" l="l" r="r" t="t"/>
              <a:pathLst>
                <a:path extrusionOk="0" h="2129" w="2129">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9"/>
            <p:cNvSpPr/>
            <p:nvPr/>
          </p:nvSpPr>
          <p:spPr>
            <a:xfrm>
              <a:off x="7807575" y="556313"/>
              <a:ext cx="53225" cy="53225"/>
            </a:xfrm>
            <a:custGeom>
              <a:rect b="b" l="l" r="r" t="t"/>
              <a:pathLst>
                <a:path extrusionOk="0" h="2129" w="2129">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9"/>
            <p:cNvSpPr/>
            <p:nvPr/>
          </p:nvSpPr>
          <p:spPr>
            <a:xfrm>
              <a:off x="7676875" y="556313"/>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9"/>
            <p:cNvSpPr/>
            <p:nvPr/>
          </p:nvSpPr>
          <p:spPr>
            <a:xfrm>
              <a:off x="7526425" y="556313"/>
              <a:ext cx="53225" cy="53225"/>
            </a:xfrm>
            <a:custGeom>
              <a:rect b="b" l="l" r="r" t="t"/>
              <a:pathLst>
                <a:path extrusionOk="0" h="2129" w="2129">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9"/>
            <p:cNvSpPr/>
            <p:nvPr/>
          </p:nvSpPr>
          <p:spPr>
            <a:xfrm>
              <a:off x="7394200" y="556313"/>
              <a:ext cx="53225" cy="53225"/>
            </a:xfrm>
            <a:custGeom>
              <a:rect b="b" l="l" r="r" t="t"/>
              <a:pathLst>
                <a:path extrusionOk="0" h="2129" w="2129">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5" name="Google Shape;635;p19"/>
          <p:cNvSpPr txBox="1"/>
          <p:nvPr>
            <p:ph type="title"/>
          </p:nvPr>
        </p:nvSpPr>
        <p:spPr>
          <a:xfrm>
            <a:off x="713225" y="457200"/>
            <a:ext cx="7717500" cy="640200"/>
          </a:xfrm>
          <a:prstGeom prst="rect">
            <a:avLst/>
          </a:prstGeom>
        </p:spPr>
        <p:txBody>
          <a:bodyPr anchorCtr="0" anchor="t" bIns="0" lIns="0" spcFirstLastPara="1" rIns="0" wrap="square" tIns="0">
            <a:noAutofit/>
          </a:bodyPr>
          <a:lstStyle>
            <a:lvl1pPr lvl="0" rtl="0" algn="ctr">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6" name="Google Shape;636;p19"/>
          <p:cNvSpPr txBox="1"/>
          <p:nvPr>
            <p:ph idx="1" type="subTitle"/>
          </p:nvPr>
        </p:nvSpPr>
        <p:spPr>
          <a:xfrm>
            <a:off x="713225" y="2551176"/>
            <a:ext cx="1828800" cy="640200"/>
          </a:xfrm>
          <a:prstGeom prst="rect">
            <a:avLst/>
          </a:prstGeom>
        </p:spPr>
        <p:txBody>
          <a:bodyPr anchorCtr="0" anchor="t" bIns="0" lIns="0" spcFirstLastPara="1" rIns="0" wrap="square" tIns="0">
            <a:noAutofit/>
          </a:bodyPr>
          <a:lstStyle>
            <a:lvl1pPr lvl="0" rtl="0">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637" name="Google Shape;637;p19"/>
          <p:cNvSpPr txBox="1"/>
          <p:nvPr>
            <p:ph idx="2" type="subTitle"/>
          </p:nvPr>
        </p:nvSpPr>
        <p:spPr>
          <a:xfrm>
            <a:off x="713225" y="1975104"/>
            <a:ext cx="1828800" cy="457200"/>
          </a:xfrm>
          <a:prstGeom prst="rect">
            <a:avLst/>
          </a:prstGeom>
        </p:spPr>
        <p:txBody>
          <a:bodyPr anchorCtr="0" anchor="b" bIns="0" lIns="0" spcFirstLastPara="1" rIns="0" wrap="square" tIns="0">
            <a:noAutofit/>
          </a:bodyPr>
          <a:lstStyle>
            <a:lvl1pPr lvl="0" rtl="0">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38" name="Google Shape;638;p19"/>
          <p:cNvSpPr txBox="1"/>
          <p:nvPr>
            <p:ph idx="3" type="subTitle"/>
          </p:nvPr>
        </p:nvSpPr>
        <p:spPr>
          <a:xfrm>
            <a:off x="713225" y="3913602"/>
            <a:ext cx="1828800" cy="640200"/>
          </a:xfrm>
          <a:prstGeom prst="rect">
            <a:avLst/>
          </a:prstGeom>
        </p:spPr>
        <p:txBody>
          <a:bodyPr anchorCtr="0" anchor="t" bIns="0" lIns="0" spcFirstLastPara="1" rIns="0" wrap="square" tIns="0">
            <a:noAutofit/>
          </a:bodyPr>
          <a:lstStyle>
            <a:lvl1pPr lvl="0" rtl="0">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639" name="Google Shape;639;p19"/>
          <p:cNvSpPr txBox="1"/>
          <p:nvPr>
            <p:ph idx="4" type="subTitle"/>
          </p:nvPr>
        </p:nvSpPr>
        <p:spPr>
          <a:xfrm>
            <a:off x="713225" y="3338675"/>
            <a:ext cx="1828800" cy="457200"/>
          </a:xfrm>
          <a:prstGeom prst="rect">
            <a:avLst/>
          </a:prstGeom>
        </p:spPr>
        <p:txBody>
          <a:bodyPr anchorCtr="0" anchor="b" bIns="0" lIns="0" spcFirstLastPara="1" rIns="0" wrap="square" tIns="0">
            <a:noAutofit/>
          </a:bodyPr>
          <a:lstStyle>
            <a:lvl1pPr lvl="0" rtl="0">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40" name="Google Shape;640;p19"/>
          <p:cNvSpPr txBox="1"/>
          <p:nvPr>
            <p:ph idx="5" type="subTitle"/>
          </p:nvPr>
        </p:nvSpPr>
        <p:spPr>
          <a:xfrm>
            <a:off x="6601969" y="2551176"/>
            <a:ext cx="1828800" cy="640200"/>
          </a:xfrm>
          <a:prstGeom prst="rect">
            <a:avLst/>
          </a:prstGeom>
        </p:spPr>
        <p:txBody>
          <a:bodyPr anchorCtr="0" anchor="t" bIns="0" lIns="0" spcFirstLastPara="1" rIns="0" wrap="square" tIns="0">
            <a:noAutofit/>
          </a:bodyPr>
          <a:lstStyle>
            <a:lvl1pPr lvl="0" rtl="0" algn="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641" name="Google Shape;641;p19"/>
          <p:cNvSpPr txBox="1"/>
          <p:nvPr>
            <p:ph idx="6" type="subTitle"/>
          </p:nvPr>
        </p:nvSpPr>
        <p:spPr>
          <a:xfrm>
            <a:off x="6601969" y="1965960"/>
            <a:ext cx="1828800" cy="457200"/>
          </a:xfrm>
          <a:prstGeom prst="rect">
            <a:avLst/>
          </a:prstGeom>
        </p:spPr>
        <p:txBody>
          <a:bodyPr anchorCtr="0" anchor="b" bIns="0" lIns="0" spcFirstLastPara="1" rIns="0" wrap="square" tIns="0">
            <a:noAutofit/>
          </a:bodyPr>
          <a:lstStyle>
            <a:lvl1pPr lvl="0" rtl="0" algn="r">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42" name="Google Shape;642;p19"/>
          <p:cNvSpPr txBox="1"/>
          <p:nvPr>
            <p:ph idx="7" type="subTitle"/>
          </p:nvPr>
        </p:nvSpPr>
        <p:spPr>
          <a:xfrm>
            <a:off x="6601969" y="3913621"/>
            <a:ext cx="1828800" cy="640200"/>
          </a:xfrm>
          <a:prstGeom prst="rect">
            <a:avLst/>
          </a:prstGeom>
        </p:spPr>
        <p:txBody>
          <a:bodyPr anchorCtr="0" anchor="t" bIns="0" lIns="0" spcFirstLastPara="1" rIns="0" wrap="square" tIns="0">
            <a:noAutofit/>
          </a:bodyPr>
          <a:lstStyle>
            <a:lvl1pPr lvl="0" rtl="0" algn="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643" name="Google Shape;643;p19"/>
          <p:cNvSpPr txBox="1"/>
          <p:nvPr>
            <p:ph idx="8" type="subTitle"/>
          </p:nvPr>
        </p:nvSpPr>
        <p:spPr>
          <a:xfrm>
            <a:off x="6601969" y="3338675"/>
            <a:ext cx="1828800" cy="457200"/>
          </a:xfrm>
          <a:prstGeom prst="rect">
            <a:avLst/>
          </a:prstGeom>
        </p:spPr>
        <p:txBody>
          <a:bodyPr anchorCtr="0" anchor="b" bIns="0" lIns="0" spcFirstLastPara="1" rIns="0" wrap="square" tIns="0">
            <a:noAutofit/>
          </a:bodyPr>
          <a:lstStyle>
            <a:lvl1pPr lvl="0" rtl="0" algn="r">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644" name="Shape 644"/>
        <p:cNvGrpSpPr/>
        <p:nvPr/>
      </p:nvGrpSpPr>
      <p:grpSpPr>
        <a:xfrm>
          <a:off x="0" y="0"/>
          <a:ext cx="0" cy="0"/>
          <a:chOff x="0" y="0"/>
          <a:chExt cx="0" cy="0"/>
        </a:xfrm>
      </p:grpSpPr>
      <p:grpSp>
        <p:nvGrpSpPr>
          <p:cNvPr id="645" name="Google Shape;645;p20"/>
          <p:cNvGrpSpPr/>
          <p:nvPr/>
        </p:nvGrpSpPr>
        <p:grpSpPr>
          <a:xfrm>
            <a:off x="447294" y="539491"/>
            <a:ext cx="531845" cy="538387"/>
            <a:chOff x="418544" y="539491"/>
            <a:chExt cx="531845" cy="538387"/>
          </a:xfrm>
        </p:grpSpPr>
        <p:sp>
          <p:nvSpPr>
            <p:cNvPr id="646" name="Google Shape;646;p20"/>
            <p:cNvSpPr/>
            <p:nvPr/>
          </p:nvSpPr>
          <p:spPr>
            <a:xfrm>
              <a:off x="418544" y="904069"/>
              <a:ext cx="172516" cy="173808"/>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0"/>
            <p:cNvSpPr/>
            <p:nvPr/>
          </p:nvSpPr>
          <p:spPr>
            <a:xfrm>
              <a:off x="839296" y="539491"/>
              <a:ext cx="26167" cy="86258"/>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0"/>
            <p:cNvSpPr/>
            <p:nvPr/>
          </p:nvSpPr>
          <p:spPr>
            <a:xfrm>
              <a:off x="839296" y="644003"/>
              <a:ext cx="26167" cy="86297"/>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0"/>
            <p:cNvSpPr/>
            <p:nvPr/>
          </p:nvSpPr>
          <p:spPr>
            <a:xfrm>
              <a:off x="870634" y="620500"/>
              <a:ext cx="79755" cy="26167"/>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0"/>
            <p:cNvSpPr/>
            <p:nvPr/>
          </p:nvSpPr>
          <p:spPr>
            <a:xfrm>
              <a:off x="756955" y="622684"/>
              <a:ext cx="79755" cy="26167"/>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 name="Google Shape;651;p20"/>
          <p:cNvGrpSpPr/>
          <p:nvPr/>
        </p:nvGrpSpPr>
        <p:grpSpPr>
          <a:xfrm>
            <a:off x="7394375" y="539500"/>
            <a:ext cx="1036525" cy="161125"/>
            <a:chOff x="713225" y="4468250"/>
            <a:chExt cx="1036525" cy="161125"/>
          </a:xfrm>
        </p:grpSpPr>
        <p:sp>
          <p:nvSpPr>
            <p:cNvPr id="652" name="Google Shape;652;p20"/>
            <p:cNvSpPr/>
            <p:nvPr/>
          </p:nvSpPr>
          <p:spPr>
            <a:xfrm>
              <a:off x="16965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0"/>
            <p:cNvSpPr/>
            <p:nvPr/>
          </p:nvSpPr>
          <p:spPr>
            <a:xfrm>
              <a:off x="1565825" y="4576150"/>
              <a:ext cx="53225" cy="53225"/>
            </a:xfrm>
            <a:custGeom>
              <a:rect b="b" l="l" r="r" t="t"/>
              <a:pathLst>
                <a:path extrusionOk="0" h="2129" w="2129">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0"/>
            <p:cNvSpPr/>
            <p:nvPr/>
          </p:nvSpPr>
          <p:spPr>
            <a:xfrm>
              <a:off x="14070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0"/>
            <p:cNvSpPr/>
            <p:nvPr/>
          </p:nvSpPr>
          <p:spPr>
            <a:xfrm>
              <a:off x="12755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0"/>
            <p:cNvSpPr/>
            <p:nvPr/>
          </p:nvSpPr>
          <p:spPr>
            <a:xfrm>
              <a:off x="1126600" y="4576150"/>
              <a:ext cx="53225" cy="53225"/>
            </a:xfrm>
            <a:custGeom>
              <a:rect b="b" l="l" r="r" t="t"/>
              <a:pathLst>
                <a:path extrusionOk="0" h="2129" w="2129">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0"/>
            <p:cNvSpPr/>
            <p:nvPr/>
          </p:nvSpPr>
          <p:spPr>
            <a:xfrm>
              <a:off x="9959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0"/>
            <p:cNvSpPr/>
            <p:nvPr/>
          </p:nvSpPr>
          <p:spPr>
            <a:xfrm>
              <a:off x="8454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0"/>
            <p:cNvSpPr/>
            <p:nvPr/>
          </p:nvSpPr>
          <p:spPr>
            <a:xfrm>
              <a:off x="7132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0"/>
            <p:cNvSpPr/>
            <p:nvPr/>
          </p:nvSpPr>
          <p:spPr>
            <a:xfrm>
              <a:off x="16965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0"/>
            <p:cNvSpPr/>
            <p:nvPr/>
          </p:nvSpPr>
          <p:spPr>
            <a:xfrm>
              <a:off x="1565825" y="4468250"/>
              <a:ext cx="53225" cy="53225"/>
            </a:xfrm>
            <a:custGeom>
              <a:rect b="b" l="l" r="r" t="t"/>
              <a:pathLst>
                <a:path extrusionOk="0" h="2129" w="2129">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0"/>
            <p:cNvSpPr/>
            <p:nvPr/>
          </p:nvSpPr>
          <p:spPr>
            <a:xfrm>
              <a:off x="14070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0"/>
            <p:cNvSpPr/>
            <p:nvPr/>
          </p:nvSpPr>
          <p:spPr>
            <a:xfrm>
              <a:off x="12755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0"/>
            <p:cNvSpPr/>
            <p:nvPr/>
          </p:nvSpPr>
          <p:spPr>
            <a:xfrm>
              <a:off x="1126600" y="4468250"/>
              <a:ext cx="53225" cy="53225"/>
            </a:xfrm>
            <a:custGeom>
              <a:rect b="b" l="l" r="r" t="t"/>
              <a:pathLst>
                <a:path extrusionOk="0" h="2129" w="2129">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0"/>
            <p:cNvSpPr/>
            <p:nvPr/>
          </p:nvSpPr>
          <p:spPr>
            <a:xfrm>
              <a:off x="9959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0"/>
            <p:cNvSpPr/>
            <p:nvPr/>
          </p:nvSpPr>
          <p:spPr>
            <a:xfrm>
              <a:off x="8454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0"/>
            <p:cNvSpPr/>
            <p:nvPr/>
          </p:nvSpPr>
          <p:spPr>
            <a:xfrm>
              <a:off x="7132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8" name="Google Shape;668;p20"/>
          <p:cNvSpPr txBox="1"/>
          <p:nvPr>
            <p:ph hasCustomPrompt="1" type="title"/>
          </p:nvPr>
        </p:nvSpPr>
        <p:spPr>
          <a:xfrm>
            <a:off x="676656" y="1207008"/>
            <a:ext cx="2916000" cy="1065000"/>
          </a:xfrm>
          <a:prstGeom prst="rect">
            <a:avLst/>
          </a:prstGeom>
        </p:spPr>
        <p:txBody>
          <a:bodyPr anchorCtr="0" anchor="b" bIns="0" lIns="0" spcFirstLastPara="1" rIns="0" wrap="square" tIns="0">
            <a:noAutofit/>
          </a:bodyPr>
          <a:lstStyle>
            <a:lvl1pPr lvl="0" rtl="0">
              <a:spcBef>
                <a:spcPts val="0"/>
              </a:spcBef>
              <a:spcAft>
                <a:spcPts val="0"/>
              </a:spcAft>
              <a:buSzPts val="10000"/>
              <a:buNone/>
              <a:defRPr sz="7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669" name="Google Shape;669;p20"/>
          <p:cNvSpPr txBox="1"/>
          <p:nvPr>
            <p:ph hasCustomPrompt="1" idx="2" type="title"/>
          </p:nvPr>
        </p:nvSpPr>
        <p:spPr>
          <a:xfrm>
            <a:off x="5961888" y="1271016"/>
            <a:ext cx="2465100" cy="787200"/>
          </a:xfrm>
          <a:prstGeom prst="rect">
            <a:avLst/>
          </a:prstGeom>
        </p:spPr>
        <p:txBody>
          <a:bodyPr anchorCtr="0" anchor="b" bIns="0" lIns="0" spcFirstLastPara="1" rIns="0" wrap="square" tIns="0">
            <a:noAutofit/>
          </a:bodyPr>
          <a:lstStyle>
            <a:lvl1pPr lvl="0" rtl="0" algn="r">
              <a:spcBef>
                <a:spcPts val="0"/>
              </a:spcBef>
              <a:spcAft>
                <a:spcPts val="0"/>
              </a:spcAft>
              <a:buSzPts val="10000"/>
              <a:buNone/>
              <a:defRPr sz="5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670" name="Google Shape;670;p20"/>
          <p:cNvSpPr txBox="1"/>
          <p:nvPr>
            <p:ph idx="1" type="subTitle"/>
          </p:nvPr>
        </p:nvSpPr>
        <p:spPr>
          <a:xfrm>
            <a:off x="5961888" y="2100674"/>
            <a:ext cx="2469000" cy="457200"/>
          </a:xfrm>
          <a:prstGeom prst="rect">
            <a:avLst/>
          </a:prstGeom>
        </p:spPr>
        <p:txBody>
          <a:bodyPr anchorCtr="0" anchor="t" bIns="0" lIns="0" spcFirstLastPara="1" rIns="0" wrap="square" tIns="0">
            <a:noAutofit/>
          </a:bodyPr>
          <a:lstStyle>
            <a:lvl1pPr lvl="0" rtl="0" algn="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671" name="Google Shape;671;p20"/>
          <p:cNvSpPr txBox="1"/>
          <p:nvPr>
            <p:ph hasCustomPrompt="1" idx="3" type="title"/>
          </p:nvPr>
        </p:nvSpPr>
        <p:spPr>
          <a:xfrm>
            <a:off x="5961888" y="3136392"/>
            <a:ext cx="2469000" cy="786300"/>
          </a:xfrm>
          <a:prstGeom prst="rect">
            <a:avLst/>
          </a:prstGeom>
        </p:spPr>
        <p:txBody>
          <a:bodyPr anchorCtr="0" anchor="b" bIns="0" lIns="0" spcFirstLastPara="1" rIns="0" wrap="square" tIns="0">
            <a:noAutofit/>
          </a:bodyPr>
          <a:lstStyle>
            <a:lvl1pPr lvl="0" rtl="0" algn="r">
              <a:spcBef>
                <a:spcPts val="0"/>
              </a:spcBef>
              <a:spcAft>
                <a:spcPts val="0"/>
              </a:spcAft>
              <a:buSzPts val="10000"/>
              <a:buNone/>
              <a:defRPr sz="5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672" name="Google Shape;672;p20"/>
          <p:cNvSpPr txBox="1"/>
          <p:nvPr>
            <p:ph idx="4" type="subTitle"/>
          </p:nvPr>
        </p:nvSpPr>
        <p:spPr>
          <a:xfrm>
            <a:off x="5961888" y="4112767"/>
            <a:ext cx="2469000" cy="457200"/>
          </a:xfrm>
          <a:prstGeom prst="rect">
            <a:avLst/>
          </a:prstGeom>
        </p:spPr>
        <p:txBody>
          <a:bodyPr anchorCtr="0" anchor="t" bIns="0" lIns="0" spcFirstLastPara="1" rIns="0" wrap="square" tIns="0">
            <a:noAutofit/>
          </a:bodyPr>
          <a:lstStyle>
            <a:lvl1pPr lvl="0" rtl="0" algn="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673" name="Google Shape;673;p20"/>
          <p:cNvSpPr txBox="1"/>
          <p:nvPr>
            <p:ph idx="5" type="title"/>
          </p:nvPr>
        </p:nvSpPr>
        <p:spPr>
          <a:xfrm>
            <a:off x="705725" y="441960"/>
            <a:ext cx="7725000" cy="640200"/>
          </a:xfrm>
          <a:prstGeom prst="rect">
            <a:avLst/>
          </a:prstGeom>
        </p:spPr>
        <p:txBody>
          <a:bodyPr anchorCtr="0" anchor="t" bIns="0" lIns="0" spcFirstLastPara="1" rIns="0" wrap="square" tIns="0">
            <a:noAutofit/>
          </a:bodyPr>
          <a:lstStyle>
            <a:lvl1pPr lvl="0" rtl="0" algn="ctr">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4" name="Google Shape;674;p20"/>
          <p:cNvSpPr txBox="1"/>
          <p:nvPr>
            <p:ph idx="6" type="subTitle"/>
          </p:nvPr>
        </p:nvSpPr>
        <p:spPr>
          <a:xfrm>
            <a:off x="713225" y="3693043"/>
            <a:ext cx="2077500" cy="914400"/>
          </a:xfrm>
          <a:prstGeom prst="rect">
            <a:avLst/>
          </a:prstGeom>
        </p:spPr>
        <p:txBody>
          <a:bodyPr anchorCtr="0" anchor="t" bIns="0" lIns="0" spcFirstLastPara="1" rIns="0" wrap="square" tIns="0">
            <a:noAutofit/>
          </a:bodyPr>
          <a:lstStyle>
            <a:lvl1pPr lvl="0" rtl="0">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675" name="Google Shape;675;p20"/>
          <p:cNvSpPr txBox="1"/>
          <p:nvPr>
            <p:ph idx="7" type="subTitle"/>
          </p:nvPr>
        </p:nvSpPr>
        <p:spPr>
          <a:xfrm>
            <a:off x="713225" y="3118104"/>
            <a:ext cx="2075700" cy="457200"/>
          </a:xfrm>
          <a:prstGeom prst="rect">
            <a:avLst/>
          </a:prstGeom>
        </p:spPr>
        <p:txBody>
          <a:bodyPr anchorCtr="0" anchor="b" bIns="0" lIns="0" spcFirstLastPara="1" rIns="0" wrap="square" tIns="0">
            <a:noAutofit/>
          </a:bodyPr>
          <a:lstStyle>
            <a:lvl1pPr lvl="0" rtl="0">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676" name="Google Shape;676;p20"/>
          <p:cNvGrpSpPr/>
          <p:nvPr/>
        </p:nvGrpSpPr>
        <p:grpSpPr>
          <a:xfrm>
            <a:off x="7608975" y="2880360"/>
            <a:ext cx="1535025" cy="283475"/>
            <a:chOff x="7608975" y="2874025"/>
            <a:chExt cx="1535025" cy="283475"/>
          </a:xfrm>
        </p:grpSpPr>
        <p:sp>
          <p:nvSpPr>
            <p:cNvPr id="677" name="Google Shape;677;p20"/>
            <p:cNvSpPr/>
            <p:nvPr/>
          </p:nvSpPr>
          <p:spPr>
            <a:xfrm>
              <a:off x="7608975" y="2874025"/>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0"/>
            <p:cNvSpPr/>
            <p:nvPr/>
          </p:nvSpPr>
          <p:spPr>
            <a:xfrm>
              <a:off x="7608975" y="3058675"/>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679" name="Shape 679"/>
        <p:cNvGrpSpPr/>
        <p:nvPr/>
      </p:nvGrpSpPr>
      <p:grpSpPr>
        <a:xfrm>
          <a:off x="0" y="0"/>
          <a:ext cx="0" cy="0"/>
          <a:chOff x="0" y="0"/>
          <a:chExt cx="0" cy="0"/>
        </a:xfrm>
      </p:grpSpPr>
      <p:grpSp>
        <p:nvGrpSpPr>
          <p:cNvPr id="680" name="Google Shape;680;p21"/>
          <p:cNvGrpSpPr/>
          <p:nvPr/>
        </p:nvGrpSpPr>
        <p:grpSpPr>
          <a:xfrm>
            <a:off x="7855388" y="539500"/>
            <a:ext cx="1535025" cy="283475"/>
            <a:chOff x="-112475" y="4315950"/>
            <a:chExt cx="1535025" cy="283475"/>
          </a:xfrm>
        </p:grpSpPr>
        <p:sp>
          <p:nvSpPr>
            <p:cNvPr id="681" name="Google Shape;681;p21"/>
            <p:cNvSpPr/>
            <p:nvPr/>
          </p:nvSpPr>
          <p:spPr>
            <a:xfrm>
              <a:off x="-112475" y="43159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1"/>
            <p:cNvSpPr/>
            <p:nvPr/>
          </p:nvSpPr>
          <p:spPr>
            <a:xfrm>
              <a:off x="-112475" y="45006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3" name="Google Shape;683;p21"/>
          <p:cNvSpPr txBox="1"/>
          <p:nvPr>
            <p:ph type="title"/>
          </p:nvPr>
        </p:nvSpPr>
        <p:spPr>
          <a:xfrm>
            <a:off x="713225" y="445025"/>
            <a:ext cx="7717500" cy="572700"/>
          </a:xfrm>
          <a:prstGeom prst="rect">
            <a:avLst/>
          </a:prstGeom>
        </p:spPr>
        <p:txBody>
          <a:bodyPr anchorCtr="0" anchor="t" bIns="0" lIns="0" spcFirstLastPara="1" rIns="0" wrap="square" tIns="0">
            <a:noAutofit/>
          </a:bodyPr>
          <a:lstStyle>
            <a:lvl1pPr lvl="0">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0">
    <p:bg>
      <p:bgPr>
        <a:solidFill>
          <a:schemeClr val="accent1"/>
        </a:solidFill>
      </p:bgPr>
    </p:bg>
    <p:spTree>
      <p:nvGrpSpPr>
        <p:cNvPr id="684" name="Shape 684"/>
        <p:cNvGrpSpPr/>
        <p:nvPr/>
      </p:nvGrpSpPr>
      <p:grpSpPr>
        <a:xfrm>
          <a:off x="0" y="0"/>
          <a:ext cx="0" cy="0"/>
          <a:chOff x="0" y="0"/>
          <a:chExt cx="0" cy="0"/>
        </a:xfrm>
      </p:grpSpPr>
      <p:grpSp>
        <p:nvGrpSpPr>
          <p:cNvPr id="685" name="Google Shape;685;p22"/>
          <p:cNvGrpSpPr/>
          <p:nvPr/>
        </p:nvGrpSpPr>
        <p:grpSpPr>
          <a:xfrm>
            <a:off x="-13387" y="1524925"/>
            <a:ext cx="1034975" cy="380725"/>
            <a:chOff x="713225" y="4249875"/>
            <a:chExt cx="1034975" cy="380725"/>
          </a:xfrm>
        </p:grpSpPr>
        <p:grpSp>
          <p:nvGrpSpPr>
            <p:cNvPr id="686" name="Google Shape;686;p22"/>
            <p:cNvGrpSpPr/>
            <p:nvPr/>
          </p:nvGrpSpPr>
          <p:grpSpPr>
            <a:xfrm>
              <a:off x="713225" y="4577400"/>
              <a:ext cx="1034975" cy="53200"/>
              <a:chOff x="713225" y="4577400"/>
              <a:chExt cx="1034975" cy="53200"/>
            </a:xfrm>
          </p:grpSpPr>
          <p:sp>
            <p:nvSpPr>
              <p:cNvPr id="687" name="Google Shape;687;p22"/>
              <p:cNvSpPr/>
              <p:nvPr/>
            </p:nvSpPr>
            <p:spPr>
              <a:xfrm>
                <a:off x="1695000" y="4577400"/>
                <a:ext cx="53200" cy="53200"/>
              </a:xfrm>
              <a:custGeom>
                <a:rect b="b" l="l" r="r" t="t"/>
                <a:pathLst>
                  <a:path extrusionOk="0" h="2128" w="2128">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2"/>
              <p:cNvSpPr/>
              <p:nvPr/>
            </p:nvSpPr>
            <p:spPr>
              <a:xfrm>
                <a:off x="1564300"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2"/>
              <p:cNvSpPr/>
              <p:nvPr/>
            </p:nvSpPr>
            <p:spPr>
              <a:xfrm>
                <a:off x="1406225" y="4577400"/>
                <a:ext cx="53225" cy="53200"/>
              </a:xfrm>
              <a:custGeom>
                <a:rect b="b" l="l" r="r" t="t"/>
                <a:pathLst>
                  <a:path extrusionOk="0" h="2128" w="2129">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2"/>
              <p:cNvSpPr/>
              <p:nvPr/>
            </p:nvSpPr>
            <p:spPr>
              <a:xfrm>
                <a:off x="12747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2"/>
              <p:cNvSpPr/>
              <p:nvPr/>
            </p:nvSpPr>
            <p:spPr>
              <a:xfrm>
                <a:off x="1126600" y="4577400"/>
                <a:ext cx="52450" cy="53200"/>
              </a:xfrm>
              <a:custGeom>
                <a:rect b="b" l="l" r="r" t="t"/>
                <a:pathLst>
                  <a:path extrusionOk="0" h="2128" w="2098">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2"/>
              <p:cNvSpPr/>
              <p:nvPr/>
            </p:nvSpPr>
            <p:spPr>
              <a:xfrm>
                <a:off x="9943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2"/>
              <p:cNvSpPr/>
              <p:nvPr/>
            </p:nvSpPr>
            <p:spPr>
              <a:xfrm>
                <a:off x="843925" y="4577400"/>
                <a:ext cx="53200" cy="53200"/>
              </a:xfrm>
              <a:custGeom>
                <a:rect b="b" l="l" r="r" t="t"/>
                <a:pathLst>
                  <a:path extrusionOk="0" h="2128" w="2128">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2"/>
              <p:cNvSpPr/>
              <p:nvPr/>
            </p:nvSpPr>
            <p:spPr>
              <a:xfrm>
                <a:off x="713225"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5" name="Google Shape;695;p22"/>
            <p:cNvGrpSpPr/>
            <p:nvPr/>
          </p:nvGrpSpPr>
          <p:grpSpPr>
            <a:xfrm>
              <a:off x="713225" y="4468725"/>
              <a:ext cx="1034975" cy="53225"/>
              <a:chOff x="713225" y="4468725"/>
              <a:chExt cx="1034975" cy="53225"/>
            </a:xfrm>
          </p:grpSpPr>
          <p:sp>
            <p:nvSpPr>
              <p:cNvPr id="696" name="Google Shape;696;p22"/>
              <p:cNvSpPr/>
              <p:nvPr/>
            </p:nvSpPr>
            <p:spPr>
              <a:xfrm>
                <a:off x="1695000" y="4468725"/>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2"/>
              <p:cNvSpPr/>
              <p:nvPr/>
            </p:nvSpPr>
            <p:spPr>
              <a:xfrm>
                <a:off x="1564300"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2"/>
              <p:cNvSpPr/>
              <p:nvPr/>
            </p:nvSpPr>
            <p:spPr>
              <a:xfrm>
                <a:off x="1406225" y="4468725"/>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2"/>
              <p:cNvSpPr/>
              <p:nvPr/>
            </p:nvSpPr>
            <p:spPr>
              <a:xfrm>
                <a:off x="12747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2"/>
              <p:cNvSpPr/>
              <p:nvPr/>
            </p:nvSpPr>
            <p:spPr>
              <a:xfrm>
                <a:off x="1126600" y="4468725"/>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2"/>
              <p:cNvSpPr/>
              <p:nvPr/>
            </p:nvSpPr>
            <p:spPr>
              <a:xfrm>
                <a:off x="9943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2"/>
              <p:cNvSpPr/>
              <p:nvPr/>
            </p:nvSpPr>
            <p:spPr>
              <a:xfrm>
                <a:off x="843925" y="4468725"/>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2"/>
              <p:cNvSpPr/>
              <p:nvPr/>
            </p:nvSpPr>
            <p:spPr>
              <a:xfrm>
                <a:off x="713225"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 name="Google Shape;704;p22"/>
            <p:cNvGrpSpPr/>
            <p:nvPr/>
          </p:nvGrpSpPr>
          <p:grpSpPr>
            <a:xfrm>
              <a:off x="713225" y="4359300"/>
              <a:ext cx="1034975" cy="53225"/>
              <a:chOff x="713225" y="4359300"/>
              <a:chExt cx="1034975" cy="53225"/>
            </a:xfrm>
          </p:grpSpPr>
          <p:sp>
            <p:nvSpPr>
              <p:cNvPr id="705" name="Google Shape;705;p22"/>
              <p:cNvSpPr/>
              <p:nvPr/>
            </p:nvSpPr>
            <p:spPr>
              <a:xfrm>
                <a:off x="1695000" y="4359300"/>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2"/>
              <p:cNvSpPr/>
              <p:nvPr/>
            </p:nvSpPr>
            <p:spPr>
              <a:xfrm>
                <a:off x="1564300"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2"/>
              <p:cNvSpPr/>
              <p:nvPr/>
            </p:nvSpPr>
            <p:spPr>
              <a:xfrm>
                <a:off x="1406225" y="4359300"/>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2"/>
              <p:cNvSpPr/>
              <p:nvPr/>
            </p:nvSpPr>
            <p:spPr>
              <a:xfrm>
                <a:off x="12747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2"/>
              <p:cNvSpPr/>
              <p:nvPr/>
            </p:nvSpPr>
            <p:spPr>
              <a:xfrm>
                <a:off x="1126600" y="4359300"/>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2"/>
              <p:cNvSpPr/>
              <p:nvPr/>
            </p:nvSpPr>
            <p:spPr>
              <a:xfrm>
                <a:off x="9943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2"/>
              <p:cNvSpPr/>
              <p:nvPr/>
            </p:nvSpPr>
            <p:spPr>
              <a:xfrm>
                <a:off x="843925" y="4359300"/>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2"/>
              <p:cNvSpPr/>
              <p:nvPr/>
            </p:nvSpPr>
            <p:spPr>
              <a:xfrm>
                <a:off x="713225"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3" name="Google Shape;713;p22"/>
            <p:cNvGrpSpPr/>
            <p:nvPr/>
          </p:nvGrpSpPr>
          <p:grpSpPr>
            <a:xfrm>
              <a:off x="713225" y="4249875"/>
              <a:ext cx="1034975" cy="53225"/>
              <a:chOff x="713225" y="4249875"/>
              <a:chExt cx="1034975" cy="53225"/>
            </a:xfrm>
          </p:grpSpPr>
          <p:sp>
            <p:nvSpPr>
              <p:cNvPr id="714" name="Google Shape;714;p22"/>
              <p:cNvSpPr/>
              <p:nvPr/>
            </p:nvSpPr>
            <p:spPr>
              <a:xfrm>
                <a:off x="1695000" y="4249875"/>
                <a:ext cx="53200" cy="53225"/>
              </a:xfrm>
              <a:custGeom>
                <a:rect b="b" l="l" r="r" t="t"/>
                <a:pathLst>
                  <a:path extrusionOk="0" h="2129" w="2128">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2"/>
              <p:cNvSpPr/>
              <p:nvPr/>
            </p:nvSpPr>
            <p:spPr>
              <a:xfrm>
                <a:off x="1564300"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2"/>
              <p:cNvSpPr/>
              <p:nvPr/>
            </p:nvSpPr>
            <p:spPr>
              <a:xfrm>
                <a:off x="1406225" y="4249875"/>
                <a:ext cx="53225" cy="53225"/>
              </a:xfrm>
              <a:custGeom>
                <a:rect b="b" l="l" r="r" t="t"/>
                <a:pathLst>
                  <a:path extrusionOk="0" h="2129" w="2129">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2"/>
              <p:cNvSpPr/>
              <p:nvPr/>
            </p:nvSpPr>
            <p:spPr>
              <a:xfrm>
                <a:off x="12747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2"/>
              <p:cNvSpPr/>
              <p:nvPr/>
            </p:nvSpPr>
            <p:spPr>
              <a:xfrm>
                <a:off x="1126600" y="4249875"/>
                <a:ext cx="52450" cy="53225"/>
              </a:xfrm>
              <a:custGeom>
                <a:rect b="b" l="l" r="r" t="t"/>
                <a:pathLst>
                  <a:path extrusionOk="0" h="2129" w="2098">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2"/>
              <p:cNvSpPr/>
              <p:nvPr/>
            </p:nvSpPr>
            <p:spPr>
              <a:xfrm>
                <a:off x="9943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2"/>
              <p:cNvSpPr/>
              <p:nvPr/>
            </p:nvSpPr>
            <p:spPr>
              <a:xfrm>
                <a:off x="843925" y="4249875"/>
                <a:ext cx="53200" cy="53225"/>
              </a:xfrm>
              <a:custGeom>
                <a:rect b="b" l="l" r="r" t="t"/>
                <a:pathLst>
                  <a:path extrusionOk="0" h="2129" w="2128">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2"/>
              <p:cNvSpPr/>
              <p:nvPr/>
            </p:nvSpPr>
            <p:spPr>
              <a:xfrm>
                <a:off x="713225"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22" name="Google Shape;722;p22"/>
          <p:cNvSpPr/>
          <p:nvPr/>
        </p:nvSpPr>
        <p:spPr>
          <a:xfrm flipH="1" rot="10800000">
            <a:off x="8397102" y="-312848"/>
            <a:ext cx="746892" cy="1493542"/>
          </a:xfrm>
          <a:custGeom>
            <a:rect b="b" l="l" r="r" t="t"/>
            <a:pathLst>
              <a:path extrusionOk="0" fill="none" h="14590" w="7296">
                <a:moveTo>
                  <a:pt x="7295" y="14590"/>
                </a:moveTo>
                <a:cubicBezTo>
                  <a:pt x="3283" y="14590"/>
                  <a:pt x="0" y="11338"/>
                  <a:pt x="0" y="7295"/>
                </a:cubicBezTo>
                <a:cubicBezTo>
                  <a:pt x="0" y="3283"/>
                  <a:pt x="3283" y="0"/>
                  <a:pt x="7295" y="0"/>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2"/>
          <p:cNvSpPr/>
          <p:nvPr/>
        </p:nvSpPr>
        <p:spPr>
          <a:xfrm flipH="1" rot="10800000">
            <a:off x="8577583" y="-98187"/>
            <a:ext cx="538364" cy="1073528"/>
          </a:xfrm>
          <a:custGeom>
            <a:rect b="b" l="l" r="r" t="t"/>
            <a:pathLst>
              <a:path extrusionOk="0" fill="none" h="10487" w="5259">
                <a:moveTo>
                  <a:pt x="5259" y="10487"/>
                </a:moveTo>
                <a:cubicBezTo>
                  <a:pt x="2371" y="10487"/>
                  <a:pt x="0" y="8146"/>
                  <a:pt x="0" y="5259"/>
                </a:cubicBezTo>
                <a:cubicBezTo>
                  <a:pt x="0" y="2371"/>
                  <a:pt x="2371" y="0"/>
                  <a:pt x="5259" y="0"/>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2"/>
          <p:cNvSpPr txBox="1"/>
          <p:nvPr>
            <p:ph type="title"/>
          </p:nvPr>
        </p:nvSpPr>
        <p:spPr>
          <a:xfrm>
            <a:off x="713225" y="457200"/>
            <a:ext cx="7717500" cy="572700"/>
          </a:xfrm>
          <a:prstGeom prst="rect">
            <a:avLst/>
          </a:prstGeom>
        </p:spPr>
        <p:txBody>
          <a:bodyPr anchorCtr="0" anchor="t" bIns="0" lIns="0" spcFirstLastPara="1" rIns="0" wrap="square" tIns="0">
            <a:noAutofit/>
          </a:bodyPr>
          <a:lstStyle>
            <a:lvl1pPr lvl="0" rtl="0" algn="ctr">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5" name="Google Shape;725;p22"/>
          <p:cNvSpPr txBox="1"/>
          <p:nvPr>
            <p:ph idx="1" type="subTitle"/>
          </p:nvPr>
        </p:nvSpPr>
        <p:spPr>
          <a:xfrm>
            <a:off x="6609475" y="1845963"/>
            <a:ext cx="1828800" cy="897600"/>
          </a:xfrm>
          <a:prstGeom prst="rect">
            <a:avLst/>
          </a:prstGeom>
        </p:spPr>
        <p:txBody>
          <a:bodyPr anchorCtr="0" anchor="t" bIns="0" lIns="0" spcFirstLastPara="1" rIns="0" wrap="square" tIns="0">
            <a:noAutofit/>
          </a:bodyPr>
          <a:lstStyle>
            <a:lvl1pPr lvl="0" rtl="0" algn="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726" name="Google Shape;726;p22"/>
          <p:cNvSpPr txBox="1"/>
          <p:nvPr>
            <p:ph idx="2" type="subTitle"/>
          </p:nvPr>
        </p:nvSpPr>
        <p:spPr>
          <a:xfrm>
            <a:off x="6609475" y="1271016"/>
            <a:ext cx="1828800" cy="457200"/>
          </a:xfrm>
          <a:prstGeom prst="rect">
            <a:avLst/>
          </a:prstGeom>
        </p:spPr>
        <p:txBody>
          <a:bodyPr anchorCtr="0" anchor="b" bIns="0" lIns="0" spcFirstLastPara="1" rIns="0" wrap="square" tIns="0">
            <a:noAutofit/>
          </a:bodyPr>
          <a:lstStyle>
            <a:lvl1pPr lvl="0" rtl="0" algn="r">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27" name="Google Shape;727;p22"/>
          <p:cNvSpPr txBox="1"/>
          <p:nvPr>
            <p:ph idx="3" type="subTitle"/>
          </p:nvPr>
        </p:nvSpPr>
        <p:spPr>
          <a:xfrm>
            <a:off x="6609475" y="3875931"/>
            <a:ext cx="1828800" cy="897600"/>
          </a:xfrm>
          <a:prstGeom prst="rect">
            <a:avLst/>
          </a:prstGeom>
        </p:spPr>
        <p:txBody>
          <a:bodyPr anchorCtr="0" anchor="t" bIns="0" lIns="0" spcFirstLastPara="1" rIns="0" wrap="square" tIns="0">
            <a:noAutofit/>
          </a:bodyPr>
          <a:lstStyle>
            <a:lvl1pPr lvl="0" rtl="0" algn="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728" name="Google Shape;728;p22"/>
          <p:cNvSpPr txBox="1"/>
          <p:nvPr>
            <p:ph idx="4" type="subTitle"/>
          </p:nvPr>
        </p:nvSpPr>
        <p:spPr>
          <a:xfrm>
            <a:off x="6609475" y="3300984"/>
            <a:ext cx="1828800" cy="457200"/>
          </a:xfrm>
          <a:prstGeom prst="rect">
            <a:avLst/>
          </a:prstGeom>
        </p:spPr>
        <p:txBody>
          <a:bodyPr anchorCtr="0" anchor="b" bIns="0" lIns="0" spcFirstLastPara="1" rIns="0" wrap="square" tIns="0">
            <a:noAutofit/>
          </a:bodyPr>
          <a:lstStyle>
            <a:lvl1pPr lvl="0" rtl="0" algn="r">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10_1">
    <p:bg>
      <p:bgPr>
        <a:solidFill>
          <a:schemeClr val="accent1"/>
        </a:solidFill>
      </p:bgPr>
    </p:bg>
    <p:spTree>
      <p:nvGrpSpPr>
        <p:cNvPr id="729" name="Shape 729"/>
        <p:cNvGrpSpPr/>
        <p:nvPr/>
      </p:nvGrpSpPr>
      <p:grpSpPr>
        <a:xfrm>
          <a:off x="0" y="0"/>
          <a:ext cx="0" cy="0"/>
          <a:chOff x="0" y="0"/>
          <a:chExt cx="0" cy="0"/>
        </a:xfrm>
      </p:grpSpPr>
      <p:sp>
        <p:nvSpPr>
          <p:cNvPr id="730" name="Google Shape;730;p23"/>
          <p:cNvSpPr/>
          <p:nvPr/>
        </p:nvSpPr>
        <p:spPr>
          <a:xfrm rot="10800000">
            <a:off x="-152405" y="2888998"/>
            <a:ext cx="698957" cy="1397818"/>
          </a:xfrm>
          <a:custGeom>
            <a:rect b="b" l="l" r="r" t="t"/>
            <a:pathLst>
              <a:path extrusionOk="0" fill="none" h="14591" w="7296">
                <a:moveTo>
                  <a:pt x="7295" y="14591"/>
                </a:moveTo>
                <a:cubicBezTo>
                  <a:pt x="3283" y="14591"/>
                  <a:pt x="0" y="11308"/>
                  <a:pt x="0" y="7296"/>
                </a:cubicBezTo>
                <a:cubicBezTo>
                  <a:pt x="0" y="3253"/>
                  <a:pt x="3283" y="1"/>
                  <a:pt x="7295" y="1"/>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3"/>
          <p:cNvSpPr/>
          <p:nvPr/>
        </p:nvSpPr>
        <p:spPr>
          <a:xfrm rot="10800000">
            <a:off x="-126155" y="3087017"/>
            <a:ext cx="503812" cy="1004655"/>
          </a:xfrm>
          <a:custGeom>
            <a:rect b="b" l="l" r="r" t="t"/>
            <a:pathLst>
              <a:path extrusionOk="0" fill="none" h="10487" w="5259">
                <a:moveTo>
                  <a:pt x="5259" y="10487"/>
                </a:moveTo>
                <a:cubicBezTo>
                  <a:pt x="2371" y="10487"/>
                  <a:pt x="0" y="8146"/>
                  <a:pt x="0" y="5259"/>
                </a:cubicBezTo>
                <a:cubicBezTo>
                  <a:pt x="0" y="2371"/>
                  <a:pt x="2371" y="0"/>
                  <a:pt x="5259" y="0"/>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2" name="Google Shape;732;p23"/>
          <p:cNvGrpSpPr/>
          <p:nvPr/>
        </p:nvGrpSpPr>
        <p:grpSpPr>
          <a:xfrm>
            <a:off x="7064117" y="4386990"/>
            <a:ext cx="1366658" cy="212443"/>
            <a:chOff x="713225" y="4468250"/>
            <a:chExt cx="1036525" cy="161125"/>
          </a:xfrm>
        </p:grpSpPr>
        <p:sp>
          <p:nvSpPr>
            <p:cNvPr id="733" name="Google Shape;733;p23"/>
            <p:cNvSpPr/>
            <p:nvPr/>
          </p:nvSpPr>
          <p:spPr>
            <a:xfrm>
              <a:off x="16965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3"/>
            <p:cNvSpPr/>
            <p:nvPr/>
          </p:nvSpPr>
          <p:spPr>
            <a:xfrm>
              <a:off x="1565825" y="4576150"/>
              <a:ext cx="53225" cy="53225"/>
            </a:xfrm>
            <a:custGeom>
              <a:rect b="b" l="l" r="r" t="t"/>
              <a:pathLst>
                <a:path extrusionOk="0" h="2129" w="2129">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3"/>
            <p:cNvSpPr/>
            <p:nvPr/>
          </p:nvSpPr>
          <p:spPr>
            <a:xfrm>
              <a:off x="14070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3"/>
            <p:cNvSpPr/>
            <p:nvPr/>
          </p:nvSpPr>
          <p:spPr>
            <a:xfrm>
              <a:off x="12755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3"/>
            <p:cNvSpPr/>
            <p:nvPr/>
          </p:nvSpPr>
          <p:spPr>
            <a:xfrm>
              <a:off x="1126600" y="4576150"/>
              <a:ext cx="53225" cy="53225"/>
            </a:xfrm>
            <a:custGeom>
              <a:rect b="b" l="l" r="r" t="t"/>
              <a:pathLst>
                <a:path extrusionOk="0" h="2129" w="2129">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3"/>
            <p:cNvSpPr/>
            <p:nvPr/>
          </p:nvSpPr>
          <p:spPr>
            <a:xfrm>
              <a:off x="9959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3"/>
            <p:cNvSpPr/>
            <p:nvPr/>
          </p:nvSpPr>
          <p:spPr>
            <a:xfrm>
              <a:off x="8454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3"/>
            <p:cNvSpPr/>
            <p:nvPr/>
          </p:nvSpPr>
          <p:spPr>
            <a:xfrm>
              <a:off x="7132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3"/>
            <p:cNvSpPr/>
            <p:nvPr/>
          </p:nvSpPr>
          <p:spPr>
            <a:xfrm>
              <a:off x="16965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3"/>
            <p:cNvSpPr/>
            <p:nvPr/>
          </p:nvSpPr>
          <p:spPr>
            <a:xfrm>
              <a:off x="1565825" y="4468250"/>
              <a:ext cx="53225" cy="53225"/>
            </a:xfrm>
            <a:custGeom>
              <a:rect b="b" l="l" r="r" t="t"/>
              <a:pathLst>
                <a:path extrusionOk="0" h="2129" w="2129">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3"/>
            <p:cNvSpPr/>
            <p:nvPr/>
          </p:nvSpPr>
          <p:spPr>
            <a:xfrm>
              <a:off x="14070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3"/>
            <p:cNvSpPr/>
            <p:nvPr/>
          </p:nvSpPr>
          <p:spPr>
            <a:xfrm>
              <a:off x="12755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3"/>
            <p:cNvSpPr/>
            <p:nvPr/>
          </p:nvSpPr>
          <p:spPr>
            <a:xfrm>
              <a:off x="1126600" y="4468250"/>
              <a:ext cx="53225" cy="53225"/>
            </a:xfrm>
            <a:custGeom>
              <a:rect b="b" l="l" r="r" t="t"/>
              <a:pathLst>
                <a:path extrusionOk="0" h="2129" w="2129">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3"/>
            <p:cNvSpPr/>
            <p:nvPr/>
          </p:nvSpPr>
          <p:spPr>
            <a:xfrm>
              <a:off x="9959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3"/>
            <p:cNvSpPr/>
            <p:nvPr/>
          </p:nvSpPr>
          <p:spPr>
            <a:xfrm>
              <a:off x="8454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3"/>
            <p:cNvSpPr/>
            <p:nvPr/>
          </p:nvSpPr>
          <p:spPr>
            <a:xfrm>
              <a:off x="7132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9" name="Google Shape;749;p23"/>
          <p:cNvSpPr/>
          <p:nvPr/>
        </p:nvSpPr>
        <p:spPr>
          <a:xfrm>
            <a:off x="6895750" y="5395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3"/>
          <p:cNvSpPr/>
          <p:nvPr/>
        </p:nvSpPr>
        <p:spPr>
          <a:xfrm>
            <a:off x="6895750" y="7241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3"/>
          <p:cNvSpPr txBox="1"/>
          <p:nvPr>
            <p:ph type="title"/>
          </p:nvPr>
        </p:nvSpPr>
        <p:spPr>
          <a:xfrm>
            <a:off x="713225" y="457200"/>
            <a:ext cx="7717500" cy="640200"/>
          </a:xfrm>
          <a:prstGeom prst="rect">
            <a:avLst/>
          </a:prstGeom>
        </p:spPr>
        <p:txBody>
          <a:bodyPr anchorCtr="0" anchor="t" bIns="0" lIns="0" spcFirstLastPara="1" rIns="0" wrap="square" tIns="0">
            <a:noAutofit/>
          </a:bodyPr>
          <a:lstStyle>
            <a:lvl1pPr lvl="0"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2" name="Google Shape;752;p23"/>
          <p:cNvSpPr txBox="1"/>
          <p:nvPr>
            <p:ph idx="1" type="subTitle"/>
          </p:nvPr>
        </p:nvSpPr>
        <p:spPr>
          <a:xfrm>
            <a:off x="2246456" y="2918845"/>
            <a:ext cx="1828800" cy="9144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753" name="Google Shape;753;p23"/>
          <p:cNvSpPr txBox="1"/>
          <p:nvPr>
            <p:ph idx="2" type="subTitle"/>
          </p:nvPr>
        </p:nvSpPr>
        <p:spPr>
          <a:xfrm>
            <a:off x="2246456" y="2331720"/>
            <a:ext cx="18288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54" name="Google Shape;754;p23"/>
          <p:cNvSpPr txBox="1"/>
          <p:nvPr>
            <p:ph idx="3" type="subTitle"/>
          </p:nvPr>
        </p:nvSpPr>
        <p:spPr>
          <a:xfrm>
            <a:off x="4418156" y="2918845"/>
            <a:ext cx="1828800" cy="9144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755" name="Google Shape;755;p23"/>
          <p:cNvSpPr txBox="1"/>
          <p:nvPr>
            <p:ph idx="4" type="subTitle"/>
          </p:nvPr>
        </p:nvSpPr>
        <p:spPr>
          <a:xfrm>
            <a:off x="4418156" y="2331720"/>
            <a:ext cx="18288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56" name="Google Shape;756;p23"/>
          <p:cNvSpPr txBox="1"/>
          <p:nvPr>
            <p:ph idx="5" type="subTitle"/>
          </p:nvPr>
        </p:nvSpPr>
        <p:spPr>
          <a:xfrm>
            <a:off x="6589850" y="2918859"/>
            <a:ext cx="1828800" cy="9144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lgn="ctr">
              <a:spcBef>
                <a:spcPts val="0"/>
              </a:spcBef>
              <a:spcAft>
                <a:spcPts val="0"/>
              </a:spcAft>
              <a:buSzPts val="1400"/>
              <a:buFont typeface="Lato"/>
              <a:buNone/>
              <a:defRPr>
                <a:latin typeface="Lato"/>
                <a:ea typeface="Lato"/>
                <a:cs typeface="Lato"/>
                <a:sym typeface="Lato"/>
              </a:defRPr>
            </a:lvl2pPr>
            <a:lvl3pPr lvl="2" rtl="0" algn="ctr">
              <a:spcBef>
                <a:spcPts val="0"/>
              </a:spcBef>
              <a:spcAft>
                <a:spcPts val="0"/>
              </a:spcAft>
              <a:buSzPts val="1400"/>
              <a:buFont typeface="Lato"/>
              <a:buNone/>
              <a:defRPr>
                <a:latin typeface="Lato"/>
                <a:ea typeface="Lato"/>
                <a:cs typeface="Lato"/>
                <a:sym typeface="Lato"/>
              </a:defRPr>
            </a:lvl3pPr>
            <a:lvl4pPr lvl="3" rtl="0" algn="ctr">
              <a:spcBef>
                <a:spcPts val="0"/>
              </a:spcBef>
              <a:spcAft>
                <a:spcPts val="0"/>
              </a:spcAft>
              <a:buSzPts val="1400"/>
              <a:buFont typeface="Lato"/>
              <a:buNone/>
              <a:defRPr>
                <a:latin typeface="Lato"/>
                <a:ea typeface="Lato"/>
                <a:cs typeface="Lato"/>
                <a:sym typeface="Lato"/>
              </a:defRPr>
            </a:lvl4pPr>
            <a:lvl5pPr lvl="4" rtl="0" algn="ctr">
              <a:spcBef>
                <a:spcPts val="0"/>
              </a:spcBef>
              <a:spcAft>
                <a:spcPts val="0"/>
              </a:spcAft>
              <a:buSzPts val="1400"/>
              <a:buFont typeface="Lato"/>
              <a:buNone/>
              <a:defRPr>
                <a:latin typeface="Lato"/>
                <a:ea typeface="Lato"/>
                <a:cs typeface="Lato"/>
                <a:sym typeface="Lato"/>
              </a:defRPr>
            </a:lvl5pPr>
            <a:lvl6pPr lvl="5" rtl="0" algn="ctr">
              <a:spcBef>
                <a:spcPts val="0"/>
              </a:spcBef>
              <a:spcAft>
                <a:spcPts val="0"/>
              </a:spcAft>
              <a:buSzPts val="1400"/>
              <a:buFont typeface="Lato"/>
              <a:buNone/>
              <a:defRPr>
                <a:latin typeface="Lato"/>
                <a:ea typeface="Lato"/>
                <a:cs typeface="Lato"/>
                <a:sym typeface="Lato"/>
              </a:defRPr>
            </a:lvl6pPr>
            <a:lvl7pPr lvl="6" rtl="0" algn="ctr">
              <a:spcBef>
                <a:spcPts val="0"/>
              </a:spcBef>
              <a:spcAft>
                <a:spcPts val="0"/>
              </a:spcAft>
              <a:buSzPts val="1400"/>
              <a:buFont typeface="Lato"/>
              <a:buNone/>
              <a:defRPr>
                <a:latin typeface="Lato"/>
                <a:ea typeface="Lato"/>
                <a:cs typeface="Lato"/>
                <a:sym typeface="Lato"/>
              </a:defRPr>
            </a:lvl7pPr>
            <a:lvl8pPr lvl="7" rtl="0" algn="ctr">
              <a:spcBef>
                <a:spcPts val="0"/>
              </a:spcBef>
              <a:spcAft>
                <a:spcPts val="0"/>
              </a:spcAft>
              <a:buSzPts val="1400"/>
              <a:buFont typeface="Lato"/>
              <a:buNone/>
              <a:defRPr>
                <a:latin typeface="Lato"/>
                <a:ea typeface="Lato"/>
                <a:cs typeface="Lato"/>
                <a:sym typeface="Lato"/>
              </a:defRPr>
            </a:lvl8pPr>
            <a:lvl9pPr lvl="8" rtl="0" algn="ctr">
              <a:spcBef>
                <a:spcPts val="0"/>
              </a:spcBef>
              <a:spcAft>
                <a:spcPts val="0"/>
              </a:spcAft>
              <a:buSzPts val="1400"/>
              <a:buFont typeface="Lato"/>
              <a:buNone/>
              <a:defRPr>
                <a:latin typeface="Lato"/>
                <a:ea typeface="Lato"/>
                <a:cs typeface="Lato"/>
                <a:sym typeface="Lato"/>
              </a:defRPr>
            </a:lvl9pPr>
          </a:lstStyle>
          <a:p/>
        </p:txBody>
      </p:sp>
      <p:sp>
        <p:nvSpPr>
          <p:cNvPr id="757" name="Google Shape;757;p23"/>
          <p:cNvSpPr txBox="1"/>
          <p:nvPr>
            <p:ph idx="6" type="subTitle"/>
          </p:nvPr>
        </p:nvSpPr>
        <p:spPr>
          <a:xfrm>
            <a:off x="6589850" y="2331720"/>
            <a:ext cx="18288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
    <p:spTree>
      <p:nvGrpSpPr>
        <p:cNvPr id="758" name="Shape 758"/>
        <p:cNvGrpSpPr/>
        <p:nvPr/>
      </p:nvGrpSpPr>
      <p:grpSpPr>
        <a:xfrm>
          <a:off x="0" y="0"/>
          <a:ext cx="0" cy="0"/>
          <a:chOff x="0" y="0"/>
          <a:chExt cx="0" cy="0"/>
        </a:xfrm>
      </p:grpSpPr>
      <p:sp>
        <p:nvSpPr>
          <p:cNvPr id="759" name="Google Shape;759;p24"/>
          <p:cNvSpPr/>
          <p:nvPr/>
        </p:nvSpPr>
        <p:spPr>
          <a:xfrm rot="10800000">
            <a:off x="-174855" y="1474998"/>
            <a:ext cx="698957" cy="1397818"/>
          </a:xfrm>
          <a:custGeom>
            <a:rect b="b" l="l" r="r" t="t"/>
            <a:pathLst>
              <a:path extrusionOk="0" fill="none" h="14591" w="7296">
                <a:moveTo>
                  <a:pt x="7295" y="14591"/>
                </a:moveTo>
                <a:cubicBezTo>
                  <a:pt x="3283" y="14591"/>
                  <a:pt x="0" y="11308"/>
                  <a:pt x="0" y="7296"/>
                </a:cubicBezTo>
                <a:cubicBezTo>
                  <a:pt x="0" y="3253"/>
                  <a:pt x="3283" y="1"/>
                  <a:pt x="7295" y="1"/>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4"/>
          <p:cNvSpPr/>
          <p:nvPr/>
        </p:nvSpPr>
        <p:spPr>
          <a:xfrm rot="10800000">
            <a:off x="-148605" y="1673017"/>
            <a:ext cx="503812" cy="1004655"/>
          </a:xfrm>
          <a:custGeom>
            <a:rect b="b" l="l" r="r" t="t"/>
            <a:pathLst>
              <a:path extrusionOk="0" fill="none" h="10487" w="5259">
                <a:moveTo>
                  <a:pt x="5259" y="10487"/>
                </a:moveTo>
                <a:cubicBezTo>
                  <a:pt x="2371" y="10487"/>
                  <a:pt x="0" y="8146"/>
                  <a:pt x="0" y="5259"/>
                </a:cubicBezTo>
                <a:cubicBezTo>
                  <a:pt x="0" y="2371"/>
                  <a:pt x="2371" y="0"/>
                  <a:pt x="5259" y="0"/>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1" name="Google Shape;761;p24"/>
          <p:cNvGrpSpPr/>
          <p:nvPr/>
        </p:nvGrpSpPr>
        <p:grpSpPr>
          <a:xfrm>
            <a:off x="713217" y="4386990"/>
            <a:ext cx="1366658" cy="212443"/>
            <a:chOff x="713225" y="4468250"/>
            <a:chExt cx="1036525" cy="161125"/>
          </a:xfrm>
        </p:grpSpPr>
        <p:sp>
          <p:nvSpPr>
            <p:cNvPr id="762" name="Google Shape;762;p24"/>
            <p:cNvSpPr/>
            <p:nvPr/>
          </p:nvSpPr>
          <p:spPr>
            <a:xfrm>
              <a:off x="16965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4"/>
            <p:cNvSpPr/>
            <p:nvPr/>
          </p:nvSpPr>
          <p:spPr>
            <a:xfrm>
              <a:off x="1565825" y="4576150"/>
              <a:ext cx="53225" cy="53225"/>
            </a:xfrm>
            <a:custGeom>
              <a:rect b="b" l="l" r="r" t="t"/>
              <a:pathLst>
                <a:path extrusionOk="0" h="2129" w="2129">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4"/>
            <p:cNvSpPr/>
            <p:nvPr/>
          </p:nvSpPr>
          <p:spPr>
            <a:xfrm>
              <a:off x="14070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4"/>
            <p:cNvSpPr/>
            <p:nvPr/>
          </p:nvSpPr>
          <p:spPr>
            <a:xfrm>
              <a:off x="12755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4"/>
            <p:cNvSpPr/>
            <p:nvPr/>
          </p:nvSpPr>
          <p:spPr>
            <a:xfrm>
              <a:off x="1126600" y="4576150"/>
              <a:ext cx="53225" cy="53225"/>
            </a:xfrm>
            <a:custGeom>
              <a:rect b="b" l="l" r="r" t="t"/>
              <a:pathLst>
                <a:path extrusionOk="0" h="2129" w="2129">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4"/>
            <p:cNvSpPr/>
            <p:nvPr/>
          </p:nvSpPr>
          <p:spPr>
            <a:xfrm>
              <a:off x="9959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4"/>
            <p:cNvSpPr/>
            <p:nvPr/>
          </p:nvSpPr>
          <p:spPr>
            <a:xfrm>
              <a:off x="8454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4"/>
            <p:cNvSpPr/>
            <p:nvPr/>
          </p:nvSpPr>
          <p:spPr>
            <a:xfrm>
              <a:off x="7132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4"/>
            <p:cNvSpPr/>
            <p:nvPr/>
          </p:nvSpPr>
          <p:spPr>
            <a:xfrm>
              <a:off x="16965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4"/>
            <p:cNvSpPr/>
            <p:nvPr/>
          </p:nvSpPr>
          <p:spPr>
            <a:xfrm>
              <a:off x="1565825" y="4468250"/>
              <a:ext cx="53225" cy="53225"/>
            </a:xfrm>
            <a:custGeom>
              <a:rect b="b" l="l" r="r" t="t"/>
              <a:pathLst>
                <a:path extrusionOk="0" h="2129" w="2129">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4"/>
            <p:cNvSpPr/>
            <p:nvPr/>
          </p:nvSpPr>
          <p:spPr>
            <a:xfrm>
              <a:off x="14070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4"/>
            <p:cNvSpPr/>
            <p:nvPr/>
          </p:nvSpPr>
          <p:spPr>
            <a:xfrm>
              <a:off x="12755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4"/>
            <p:cNvSpPr/>
            <p:nvPr/>
          </p:nvSpPr>
          <p:spPr>
            <a:xfrm>
              <a:off x="1126600" y="4468250"/>
              <a:ext cx="53225" cy="53225"/>
            </a:xfrm>
            <a:custGeom>
              <a:rect b="b" l="l" r="r" t="t"/>
              <a:pathLst>
                <a:path extrusionOk="0" h="2129" w="2129">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4"/>
            <p:cNvSpPr/>
            <p:nvPr/>
          </p:nvSpPr>
          <p:spPr>
            <a:xfrm>
              <a:off x="9959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4"/>
            <p:cNvSpPr/>
            <p:nvPr/>
          </p:nvSpPr>
          <p:spPr>
            <a:xfrm>
              <a:off x="8454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4"/>
            <p:cNvSpPr/>
            <p:nvPr/>
          </p:nvSpPr>
          <p:spPr>
            <a:xfrm>
              <a:off x="7132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8" name="Google Shape;778;p24"/>
          <p:cNvSpPr/>
          <p:nvPr/>
        </p:nvSpPr>
        <p:spPr>
          <a:xfrm>
            <a:off x="6895750" y="5395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4"/>
          <p:cNvSpPr/>
          <p:nvPr/>
        </p:nvSpPr>
        <p:spPr>
          <a:xfrm>
            <a:off x="6895750" y="7241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4"/>
          <p:cNvSpPr txBox="1"/>
          <p:nvPr>
            <p:ph type="title"/>
          </p:nvPr>
        </p:nvSpPr>
        <p:spPr>
          <a:xfrm>
            <a:off x="713225" y="445025"/>
            <a:ext cx="7717500" cy="572700"/>
          </a:xfrm>
          <a:prstGeom prst="rect">
            <a:avLst/>
          </a:prstGeom>
        </p:spPr>
        <p:txBody>
          <a:bodyPr anchorCtr="0" anchor="t" bIns="0" lIns="0" spcFirstLastPara="1" rIns="0" wrap="square" tIns="0">
            <a:noAutofit/>
          </a:bodyPr>
          <a:lstStyle>
            <a:lvl1pPr lvl="0">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
    <p:spTree>
      <p:nvGrpSpPr>
        <p:cNvPr id="781" name="Shape 781"/>
        <p:cNvGrpSpPr/>
        <p:nvPr/>
      </p:nvGrpSpPr>
      <p:grpSpPr>
        <a:xfrm>
          <a:off x="0" y="0"/>
          <a:ext cx="0" cy="0"/>
          <a:chOff x="0" y="0"/>
          <a:chExt cx="0" cy="0"/>
        </a:xfrm>
      </p:grpSpPr>
      <p:sp>
        <p:nvSpPr>
          <p:cNvPr id="782" name="Google Shape;782;p25"/>
          <p:cNvSpPr txBox="1"/>
          <p:nvPr>
            <p:ph type="title"/>
          </p:nvPr>
        </p:nvSpPr>
        <p:spPr>
          <a:xfrm>
            <a:off x="689100" y="457200"/>
            <a:ext cx="7741800" cy="640200"/>
          </a:xfrm>
          <a:prstGeom prst="rect">
            <a:avLst/>
          </a:prstGeom>
        </p:spPr>
        <p:txBody>
          <a:bodyPr anchorCtr="0" anchor="t" bIns="0" lIns="0" spcFirstLastPara="1" rIns="0" wrap="square" tIns="0">
            <a:noAutofit/>
          </a:bodyPr>
          <a:lstStyle>
            <a:lvl1pPr lvl="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3" name="Google Shape;783;p25"/>
          <p:cNvSpPr txBox="1"/>
          <p:nvPr>
            <p:ph idx="1" type="subTitle"/>
          </p:nvPr>
        </p:nvSpPr>
        <p:spPr>
          <a:xfrm>
            <a:off x="1334075" y="1472184"/>
            <a:ext cx="10560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4" name="Google Shape;784;p25"/>
          <p:cNvSpPr txBox="1"/>
          <p:nvPr>
            <p:ph idx="2" type="subTitle"/>
          </p:nvPr>
        </p:nvSpPr>
        <p:spPr>
          <a:xfrm>
            <a:off x="905750" y="2377817"/>
            <a:ext cx="2020800" cy="6402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785" name="Google Shape;785;p25"/>
          <p:cNvSpPr txBox="1"/>
          <p:nvPr>
            <p:ph idx="3" type="subTitle"/>
          </p:nvPr>
        </p:nvSpPr>
        <p:spPr>
          <a:xfrm>
            <a:off x="4077275" y="1472184"/>
            <a:ext cx="10560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6" name="Google Shape;786;p25"/>
          <p:cNvSpPr txBox="1"/>
          <p:nvPr>
            <p:ph idx="4" type="subTitle"/>
          </p:nvPr>
        </p:nvSpPr>
        <p:spPr>
          <a:xfrm>
            <a:off x="3572754" y="2377810"/>
            <a:ext cx="2020800" cy="6402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787" name="Google Shape;787;p25"/>
          <p:cNvSpPr txBox="1"/>
          <p:nvPr>
            <p:ph idx="5" type="subTitle"/>
          </p:nvPr>
        </p:nvSpPr>
        <p:spPr>
          <a:xfrm>
            <a:off x="6753924" y="1472184"/>
            <a:ext cx="1056000" cy="457200"/>
          </a:xfrm>
          <a:prstGeom prst="rect">
            <a:avLst/>
          </a:prstGeom>
        </p:spPr>
        <p:txBody>
          <a:bodyPr anchorCtr="0" anchor="b" bIns="0" lIns="0" spcFirstLastPara="1" rIns="0" wrap="square" tIns="0">
            <a:noAutofit/>
          </a:bodyPr>
          <a:lstStyle>
            <a:lvl1pPr lvl="0" rtl="0" algn="ctr">
              <a:spcBef>
                <a:spcPts val="0"/>
              </a:spcBef>
              <a:spcAft>
                <a:spcPts val="0"/>
              </a:spcAft>
              <a:buClr>
                <a:schemeClr val="accent4"/>
              </a:buClr>
              <a:buSzPts val="1800"/>
              <a:buFont typeface="Alegreya Sans"/>
              <a:buNone/>
              <a:defRPr sz="1800">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8" name="Google Shape;788;p25"/>
          <p:cNvSpPr txBox="1"/>
          <p:nvPr>
            <p:ph idx="6" type="subTitle"/>
          </p:nvPr>
        </p:nvSpPr>
        <p:spPr>
          <a:xfrm>
            <a:off x="6249396" y="2377817"/>
            <a:ext cx="2020800" cy="6402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grpSp>
        <p:nvGrpSpPr>
          <p:cNvPr id="789" name="Google Shape;789;p25"/>
          <p:cNvGrpSpPr/>
          <p:nvPr/>
        </p:nvGrpSpPr>
        <p:grpSpPr>
          <a:xfrm>
            <a:off x="3804488" y="4315950"/>
            <a:ext cx="1535025" cy="283475"/>
            <a:chOff x="-112475" y="4315950"/>
            <a:chExt cx="1535025" cy="283475"/>
          </a:xfrm>
        </p:grpSpPr>
        <p:sp>
          <p:nvSpPr>
            <p:cNvPr id="790" name="Google Shape;790;p25"/>
            <p:cNvSpPr/>
            <p:nvPr/>
          </p:nvSpPr>
          <p:spPr>
            <a:xfrm>
              <a:off x="-112475" y="43159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5"/>
            <p:cNvSpPr/>
            <p:nvPr/>
          </p:nvSpPr>
          <p:spPr>
            <a:xfrm>
              <a:off x="-112475" y="45006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 name="Google Shape;792;p25"/>
          <p:cNvGrpSpPr/>
          <p:nvPr/>
        </p:nvGrpSpPr>
        <p:grpSpPr>
          <a:xfrm>
            <a:off x="7088988" y="4363238"/>
            <a:ext cx="3015175" cy="188900"/>
            <a:chOff x="7357363" y="4395900"/>
            <a:chExt cx="3015175" cy="188900"/>
          </a:xfrm>
        </p:grpSpPr>
        <p:grpSp>
          <p:nvGrpSpPr>
            <p:cNvPr id="793" name="Google Shape;793;p25"/>
            <p:cNvGrpSpPr/>
            <p:nvPr/>
          </p:nvGrpSpPr>
          <p:grpSpPr>
            <a:xfrm>
              <a:off x="7357363" y="4531600"/>
              <a:ext cx="2509175" cy="53200"/>
              <a:chOff x="713225" y="537850"/>
              <a:chExt cx="2509175" cy="53200"/>
            </a:xfrm>
          </p:grpSpPr>
          <p:sp>
            <p:nvSpPr>
              <p:cNvPr id="794" name="Google Shape;794;p25"/>
              <p:cNvSpPr/>
              <p:nvPr/>
            </p:nvSpPr>
            <p:spPr>
              <a:xfrm>
                <a:off x="713225" y="537850"/>
                <a:ext cx="53200" cy="53200"/>
              </a:xfrm>
              <a:custGeom>
                <a:rect b="b" l="l" r="r" t="t"/>
                <a:pathLst>
                  <a:path extrusionOk="0" h="2128" w="2128">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5"/>
              <p:cNvSpPr/>
              <p:nvPr/>
            </p:nvSpPr>
            <p:spPr>
              <a:xfrm>
                <a:off x="901675" y="537850"/>
                <a:ext cx="53200" cy="53200"/>
              </a:xfrm>
              <a:custGeom>
                <a:rect b="b" l="l" r="r" t="t"/>
                <a:pathLst>
                  <a:path extrusionOk="0" h="2128" w="2128">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5"/>
              <p:cNvSpPr/>
              <p:nvPr/>
            </p:nvSpPr>
            <p:spPr>
              <a:xfrm>
                <a:off x="1090875"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5"/>
              <p:cNvSpPr/>
              <p:nvPr/>
            </p:nvSpPr>
            <p:spPr>
              <a:xfrm>
                <a:off x="1280100" y="537850"/>
                <a:ext cx="53200" cy="53200"/>
              </a:xfrm>
              <a:custGeom>
                <a:rect b="b" l="l" r="r" t="t"/>
                <a:pathLst>
                  <a:path extrusionOk="0" h="2128" w="2128">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5"/>
              <p:cNvSpPr/>
              <p:nvPr/>
            </p:nvSpPr>
            <p:spPr>
              <a:xfrm>
                <a:off x="1468550" y="537850"/>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5"/>
              <p:cNvSpPr/>
              <p:nvPr/>
            </p:nvSpPr>
            <p:spPr>
              <a:xfrm>
                <a:off x="1657750"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5"/>
              <p:cNvSpPr/>
              <p:nvPr/>
            </p:nvSpPr>
            <p:spPr>
              <a:xfrm>
                <a:off x="1846975" y="537850"/>
                <a:ext cx="53225" cy="53200"/>
              </a:xfrm>
              <a:custGeom>
                <a:rect b="b" l="l" r="r" t="t"/>
                <a:pathLst>
                  <a:path extrusionOk="0" h="2128" w="2129">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5"/>
              <p:cNvSpPr/>
              <p:nvPr/>
            </p:nvSpPr>
            <p:spPr>
              <a:xfrm>
                <a:off x="2036175" y="537850"/>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5"/>
              <p:cNvSpPr/>
              <p:nvPr/>
            </p:nvSpPr>
            <p:spPr>
              <a:xfrm>
                <a:off x="2223875"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5"/>
              <p:cNvSpPr/>
              <p:nvPr/>
            </p:nvSpPr>
            <p:spPr>
              <a:xfrm>
                <a:off x="2413100" y="537850"/>
                <a:ext cx="53200" cy="53200"/>
              </a:xfrm>
              <a:custGeom>
                <a:rect b="b" l="l" r="r" t="t"/>
                <a:pathLst>
                  <a:path extrusionOk="0" h="2128" w="2128">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5"/>
              <p:cNvSpPr/>
              <p:nvPr/>
            </p:nvSpPr>
            <p:spPr>
              <a:xfrm>
                <a:off x="2602300" y="537850"/>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5"/>
              <p:cNvSpPr/>
              <p:nvPr/>
            </p:nvSpPr>
            <p:spPr>
              <a:xfrm>
                <a:off x="2790750"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5"/>
              <p:cNvSpPr/>
              <p:nvPr/>
            </p:nvSpPr>
            <p:spPr>
              <a:xfrm>
                <a:off x="2979975" y="537850"/>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5"/>
              <p:cNvSpPr/>
              <p:nvPr/>
            </p:nvSpPr>
            <p:spPr>
              <a:xfrm>
                <a:off x="3169175"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 name="Google Shape;808;p25"/>
            <p:cNvGrpSpPr/>
            <p:nvPr/>
          </p:nvGrpSpPr>
          <p:grpSpPr>
            <a:xfrm>
              <a:off x="7863363" y="4395900"/>
              <a:ext cx="2509175" cy="53200"/>
              <a:chOff x="713225" y="537850"/>
              <a:chExt cx="2509175" cy="53200"/>
            </a:xfrm>
          </p:grpSpPr>
          <p:sp>
            <p:nvSpPr>
              <p:cNvPr id="809" name="Google Shape;809;p25"/>
              <p:cNvSpPr/>
              <p:nvPr/>
            </p:nvSpPr>
            <p:spPr>
              <a:xfrm>
                <a:off x="713225" y="537850"/>
                <a:ext cx="53200" cy="53200"/>
              </a:xfrm>
              <a:custGeom>
                <a:rect b="b" l="l" r="r" t="t"/>
                <a:pathLst>
                  <a:path extrusionOk="0" h="2128" w="2128">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5"/>
              <p:cNvSpPr/>
              <p:nvPr/>
            </p:nvSpPr>
            <p:spPr>
              <a:xfrm>
                <a:off x="901675" y="537850"/>
                <a:ext cx="53200" cy="53200"/>
              </a:xfrm>
              <a:custGeom>
                <a:rect b="b" l="l" r="r" t="t"/>
                <a:pathLst>
                  <a:path extrusionOk="0" h="2128" w="2128">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5"/>
              <p:cNvSpPr/>
              <p:nvPr/>
            </p:nvSpPr>
            <p:spPr>
              <a:xfrm>
                <a:off x="1090875"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5"/>
              <p:cNvSpPr/>
              <p:nvPr/>
            </p:nvSpPr>
            <p:spPr>
              <a:xfrm>
                <a:off x="1280100" y="537850"/>
                <a:ext cx="53200" cy="53200"/>
              </a:xfrm>
              <a:custGeom>
                <a:rect b="b" l="l" r="r" t="t"/>
                <a:pathLst>
                  <a:path extrusionOk="0" h="2128" w="2128">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5"/>
              <p:cNvSpPr/>
              <p:nvPr/>
            </p:nvSpPr>
            <p:spPr>
              <a:xfrm>
                <a:off x="1468550" y="537850"/>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5"/>
              <p:cNvSpPr/>
              <p:nvPr/>
            </p:nvSpPr>
            <p:spPr>
              <a:xfrm>
                <a:off x="1657750"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5"/>
              <p:cNvSpPr/>
              <p:nvPr/>
            </p:nvSpPr>
            <p:spPr>
              <a:xfrm>
                <a:off x="1846975" y="537850"/>
                <a:ext cx="53225" cy="53200"/>
              </a:xfrm>
              <a:custGeom>
                <a:rect b="b" l="l" r="r" t="t"/>
                <a:pathLst>
                  <a:path extrusionOk="0" h="2128" w="2129">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5"/>
              <p:cNvSpPr/>
              <p:nvPr/>
            </p:nvSpPr>
            <p:spPr>
              <a:xfrm>
                <a:off x="2036175" y="537850"/>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5"/>
              <p:cNvSpPr/>
              <p:nvPr/>
            </p:nvSpPr>
            <p:spPr>
              <a:xfrm>
                <a:off x="2223875"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5"/>
              <p:cNvSpPr/>
              <p:nvPr/>
            </p:nvSpPr>
            <p:spPr>
              <a:xfrm>
                <a:off x="2413100" y="537850"/>
                <a:ext cx="53200" cy="53200"/>
              </a:xfrm>
              <a:custGeom>
                <a:rect b="b" l="l" r="r" t="t"/>
                <a:pathLst>
                  <a:path extrusionOk="0" h="2128" w="2128">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5"/>
              <p:cNvSpPr/>
              <p:nvPr/>
            </p:nvSpPr>
            <p:spPr>
              <a:xfrm>
                <a:off x="2602300" y="537850"/>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5"/>
              <p:cNvSpPr/>
              <p:nvPr/>
            </p:nvSpPr>
            <p:spPr>
              <a:xfrm>
                <a:off x="2790750"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5"/>
              <p:cNvSpPr/>
              <p:nvPr/>
            </p:nvSpPr>
            <p:spPr>
              <a:xfrm>
                <a:off x="2979975" y="537850"/>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5"/>
              <p:cNvSpPr/>
              <p:nvPr/>
            </p:nvSpPr>
            <p:spPr>
              <a:xfrm>
                <a:off x="3169175"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23" name="Google Shape;823;p25"/>
          <p:cNvGrpSpPr/>
          <p:nvPr/>
        </p:nvGrpSpPr>
        <p:grpSpPr>
          <a:xfrm>
            <a:off x="-960162" y="4363238"/>
            <a:ext cx="3015175" cy="188900"/>
            <a:chOff x="-691787" y="4395900"/>
            <a:chExt cx="3015175" cy="188900"/>
          </a:xfrm>
        </p:grpSpPr>
        <p:grpSp>
          <p:nvGrpSpPr>
            <p:cNvPr id="824" name="Google Shape;824;p25"/>
            <p:cNvGrpSpPr/>
            <p:nvPr/>
          </p:nvGrpSpPr>
          <p:grpSpPr>
            <a:xfrm>
              <a:off x="-691787" y="4531600"/>
              <a:ext cx="2509175" cy="53200"/>
              <a:chOff x="713225" y="537850"/>
              <a:chExt cx="2509175" cy="53200"/>
            </a:xfrm>
          </p:grpSpPr>
          <p:sp>
            <p:nvSpPr>
              <p:cNvPr id="825" name="Google Shape;825;p25"/>
              <p:cNvSpPr/>
              <p:nvPr/>
            </p:nvSpPr>
            <p:spPr>
              <a:xfrm>
                <a:off x="713225" y="537850"/>
                <a:ext cx="53200" cy="53200"/>
              </a:xfrm>
              <a:custGeom>
                <a:rect b="b" l="l" r="r" t="t"/>
                <a:pathLst>
                  <a:path extrusionOk="0" h="2128" w="2128">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5"/>
              <p:cNvSpPr/>
              <p:nvPr/>
            </p:nvSpPr>
            <p:spPr>
              <a:xfrm>
                <a:off x="901675" y="537850"/>
                <a:ext cx="53200" cy="53200"/>
              </a:xfrm>
              <a:custGeom>
                <a:rect b="b" l="l" r="r" t="t"/>
                <a:pathLst>
                  <a:path extrusionOk="0" h="2128" w="2128">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5"/>
              <p:cNvSpPr/>
              <p:nvPr/>
            </p:nvSpPr>
            <p:spPr>
              <a:xfrm>
                <a:off x="1090875"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5"/>
              <p:cNvSpPr/>
              <p:nvPr/>
            </p:nvSpPr>
            <p:spPr>
              <a:xfrm>
                <a:off x="1280100" y="537850"/>
                <a:ext cx="53200" cy="53200"/>
              </a:xfrm>
              <a:custGeom>
                <a:rect b="b" l="l" r="r" t="t"/>
                <a:pathLst>
                  <a:path extrusionOk="0" h="2128" w="2128">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5"/>
              <p:cNvSpPr/>
              <p:nvPr/>
            </p:nvSpPr>
            <p:spPr>
              <a:xfrm>
                <a:off x="1468550" y="537850"/>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5"/>
              <p:cNvSpPr/>
              <p:nvPr/>
            </p:nvSpPr>
            <p:spPr>
              <a:xfrm>
                <a:off x="1657750"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5"/>
              <p:cNvSpPr/>
              <p:nvPr/>
            </p:nvSpPr>
            <p:spPr>
              <a:xfrm>
                <a:off x="1846975" y="537850"/>
                <a:ext cx="53225" cy="53200"/>
              </a:xfrm>
              <a:custGeom>
                <a:rect b="b" l="l" r="r" t="t"/>
                <a:pathLst>
                  <a:path extrusionOk="0" h="2128" w="2129">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5"/>
              <p:cNvSpPr/>
              <p:nvPr/>
            </p:nvSpPr>
            <p:spPr>
              <a:xfrm>
                <a:off x="2036175" y="537850"/>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5"/>
              <p:cNvSpPr/>
              <p:nvPr/>
            </p:nvSpPr>
            <p:spPr>
              <a:xfrm>
                <a:off x="2223875"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5"/>
              <p:cNvSpPr/>
              <p:nvPr/>
            </p:nvSpPr>
            <p:spPr>
              <a:xfrm>
                <a:off x="2413100" y="537850"/>
                <a:ext cx="53200" cy="53200"/>
              </a:xfrm>
              <a:custGeom>
                <a:rect b="b" l="l" r="r" t="t"/>
                <a:pathLst>
                  <a:path extrusionOk="0" h="2128" w="2128">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5"/>
              <p:cNvSpPr/>
              <p:nvPr/>
            </p:nvSpPr>
            <p:spPr>
              <a:xfrm>
                <a:off x="2602300" y="537850"/>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5"/>
              <p:cNvSpPr/>
              <p:nvPr/>
            </p:nvSpPr>
            <p:spPr>
              <a:xfrm>
                <a:off x="2790750"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5"/>
              <p:cNvSpPr/>
              <p:nvPr/>
            </p:nvSpPr>
            <p:spPr>
              <a:xfrm>
                <a:off x="2979975" y="537850"/>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5"/>
              <p:cNvSpPr/>
              <p:nvPr/>
            </p:nvSpPr>
            <p:spPr>
              <a:xfrm>
                <a:off x="3169175"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9" name="Google Shape;839;p25"/>
            <p:cNvGrpSpPr/>
            <p:nvPr/>
          </p:nvGrpSpPr>
          <p:grpSpPr>
            <a:xfrm>
              <a:off x="-185787" y="4395900"/>
              <a:ext cx="2509175" cy="53200"/>
              <a:chOff x="713225" y="537850"/>
              <a:chExt cx="2509175" cy="53200"/>
            </a:xfrm>
          </p:grpSpPr>
          <p:sp>
            <p:nvSpPr>
              <p:cNvPr id="840" name="Google Shape;840;p25"/>
              <p:cNvSpPr/>
              <p:nvPr/>
            </p:nvSpPr>
            <p:spPr>
              <a:xfrm>
                <a:off x="713225" y="537850"/>
                <a:ext cx="53200" cy="53200"/>
              </a:xfrm>
              <a:custGeom>
                <a:rect b="b" l="l" r="r" t="t"/>
                <a:pathLst>
                  <a:path extrusionOk="0" h="2128" w="2128">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5"/>
              <p:cNvSpPr/>
              <p:nvPr/>
            </p:nvSpPr>
            <p:spPr>
              <a:xfrm>
                <a:off x="901675" y="537850"/>
                <a:ext cx="53200" cy="53200"/>
              </a:xfrm>
              <a:custGeom>
                <a:rect b="b" l="l" r="r" t="t"/>
                <a:pathLst>
                  <a:path extrusionOk="0" h="2128" w="2128">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5"/>
              <p:cNvSpPr/>
              <p:nvPr/>
            </p:nvSpPr>
            <p:spPr>
              <a:xfrm>
                <a:off x="1090875"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5"/>
              <p:cNvSpPr/>
              <p:nvPr/>
            </p:nvSpPr>
            <p:spPr>
              <a:xfrm>
                <a:off x="1280100" y="537850"/>
                <a:ext cx="53200" cy="53200"/>
              </a:xfrm>
              <a:custGeom>
                <a:rect b="b" l="l" r="r" t="t"/>
                <a:pathLst>
                  <a:path extrusionOk="0" h="2128" w="2128">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5"/>
              <p:cNvSpPr/>
              <p:nvPr/>
            </p:nvSpPr>
            <p:spPr>
              <a:xfrm>
                <a:off x="1468550" y="537850"/>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5"/>
              <p:cNvSpPr/>
              <p:nvPr/>
            </p:nvSpPr>
            <p:spPr>
              <a:xfrm>
                <a:off x="1657750"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5"/>
              <p:cNvSpPr/>
              <p:nvPr/>
            </p:nvSpPr>
            <p:spPr>
              <a:xfrm>
                <a:off x="1846975" y="537850"/>
                <a:ext cx="53225" cy="53200"/>
              </a:xfrm>
              <a:custGeom>
                <a:rect b="b" l="l" r="r" t="t"/>
                <a:pathLst>
                  <a:path extrusionOk="0" h="2128" w="2129">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5"/>
              <p:cNvSpPr/>
              <p:nvPr/>
            </p:nvSpPr>
            <p:spPr>
              <a:xfrm>
                <a:off x="2036175" y="537850"/>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5"/>
              <p:cNvSpPr/>
              <p:nvPr/>
            </p:nvSpPr>
            <p:spPr>
              <a:xfrm>
                <a:off x="2223875"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5"/>
              <p:cNvSpPr/>
              <p:nvPr/>
            </p:nvSpPr>
            <p:spPr>
              <a:xfrm>
                <a:off x="2413100" y="537850"/>
                <a:ext cx="53200" cy="53200"/>
              </a:xfrm>
              <a:custGeom>
                <a:rect b="b" l="l" r="r" t="t"/>
                <a:pathLst>
                  <a:path extrusionOk="0" h="2128" w="2128">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5"/>
              <p:cNvSpPr/>
              <p:nvPr/>
            </p:nvSpPr>
            <p:spPr>
              <a:xfrm>
                <a:off x="2602300" y="537850"/>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5"/>
              <p:cNvSpPr/>
              <p:nvPr/>
            </p:nvSpPr>
            <p:spPr>
              <a:xfrm>
                <a:off x="2790750"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5"/>
              <p:cNvSpPr/>
              <p:nvPr/>
            </p:nvSpPr>
            <p:spPr>
              <a:xfrm>
                <a:off x="2979975" y="537850"/>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5"/>
              <p:cNvSpPr/>
              <p:nvPr/>
            </p:nvSpPr>
            <p:spPr>
              <a:xfrm>
                <a:off x="3169175" y="537850"/>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3">
    <p:spTree>
      <p:nvGrpSpPr>
        <p:cNvPr id="854" name="Shape 854"/>
        <p:cNvGrpSpPr/>
        <p:nvPr/>
      </p:nvGrpSpPr>
      <p:grpSpPr>
        <a:xfrm>
          <a:off x="0" y="0"/>
          <a:ext cx="0" cy="0"/>
          <a:chOff x="0" y="0"/>
          <a:chExt cx="0" cy="0"/>
        </a:xfrm>
      </p:grpSpPr>
      <p:grpSp>
        <p:nvGrpSpPr>
          <p:cNvPr id="855" name="Google Shape;855;p26"/>
          <p:cNvGrpSpPr/>
          <p:nvPr/>
        </p:nvGrpSpPr>
        <p:grpSpPr>
          <a:xfrm flipH="1">
            <a:off x="-54287" y="541000"/>
            <a:ext cx="1034975" cy="380725"/>
            <a:chOff x="713225" y="4249875"/>
            <a:chExt cx="1034975" cy="380725"/>
          </a:xfrm>
        </p:grpSpPr>
        <p:grpSp>
          <p:nvGrpSpPr>
            <p:cNvPr id="856" name="Google Shape;856;p26"/>
            <p:cNvGrpSpPr/>
            <p:nvPr/>
          </p:nvGrpSpPr>
          <p:grpSpPr>
            <a:xfrm>
              <a:off x="713225" y="4577400"/>
              <a:ext cx="1034975" cy="53200"/>
              <a:chOff x="713225" y="4577400"/>
              <a:chExt cx="1034975" cy="53200"/>
            </a:xfrm>
          </p:grpSpPr>
          <p:sp>
            <p:nvSpPr>
              <p:cNvPr id="857" name="Google Shape;857;p26"/>
              <p:cNvSpPr/>
              <p:nvPr/>
            </p:nvSpPr>
            <p:spPr>
              <a:xfrm>
                <a:off x="1695000" y="4577400"/>
                <a:ext cx="53200" cy="53200"/>
              </a:xfrm>
              <a:custGeom>
                <a:rect b="b" l="l" r="r" t="t"/>
                <a:pathLst>
                  <a:path extrusionOk="0" h="2128" w="2128">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6"/>
              <p:cNvSpPr/>
              <p:nvPr/>
            </p:nvSpPr>
            <p:spPr>
              <a:xfrm>
                <a:off x="1564300"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6"/>
              <p:cNvSpPr/>
              <p:nvPr/>
            </p:nvSpPr>
            <p:spPr>
              <a:xfrm>
                <a:off x="1406225" y="4577400"/>
                <a:ext cx="53225" cy="53200"/>
              </a:xfrm>
              <a:custGeom>
                <a:rect b="b" l="l" r="r" t="t"/>
                <a:pathLst>
                  <a:path extrusionOk="0" h="2128" w="2129">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6"/>
              <p:cNvSpPr/>
              <p:nvPr/>
            </p:nvSpPr>
            <p:spPr>
              <a:xfrm>
                <a:off x="12747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6"/>
              <p:cNvSpPr/>
              <p:nvPr/>
            </p:nvSpPr>
            <p:spPr>
              <a:xfrm>
                <a:off x="1126600" y="4577400"/>
                <a:ext cx="52450" cy="53200"/>
              </a:xfrm>
              <a:custGeom>
                <a:rect b="b" l="l" r="r" t="t"/>
                <a:pathLst>
                  <a:path extrusionOk="0" h="2128" w="2098">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6"/>
              <p:cNvSpPr/>
              <p:nvPr/>
            </p:nvSpPr>
            <p:spPr>
              <a:xfrm>
                <a:off x="9943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6"/>
              <p:cNvSpPr/>
              <p:nvPr/>
            </p:nvSpPr>
            <p:spPr>
              <a:xfrm>
                <a:off x="843925" y="4577400"/>
                <a:ext cx="53200" cy="53200"/>
              </a:xfrm>
              <a:custGeom>
                <a:rect b="b" l="l" r="r" t="t"/>
                <a:pathLst>
                  <a:path extrusionOk="0" h="2128" w="2128">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6"/>
              <p:cNvSpPr/>
              <p:nvPr/>
            </p:nvSpPr>
            <p:spPr>
              <a:xfrm>
                <a:off x="713225"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5" name="Google Shape;865;p26"/>
            <p:cNvGrpSpPr/>
            <p:nvPr/>
          </p:nvGrpSpPr>
          <p:grpSpPr>
            <a:xfrm>
              <a:off x="713225" y="4468725"/>
              <a:ext cx="1034975" cy="53225"/>
              <a:chOff x="713225" y="4468725"/>
              <a:chExt cx="1034975" cy="53225"/>
            </a:xfrm>
          </p:grpSpPr>
          <p:sp>
            <p:nvSpPr>
              <p:cNvPr id="866" name="Google Shape;866;p26"/>
              <p:cNvSpPr/>
              <p:nvPr/>
            </p:nvSpPr>
            <p:spPr>
              <a:xfrm>
                <a:off x="1695000" y="4468725"/>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6"/>
              <p:cNvSpPr/>
              <p:nvPr/>
            </p:nvSpPr>
            <p:spPr>
              <a:xfrm>
                <a:off x="1564300"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6"/>
              <p:cNvSpPr/>
              <p:nvPr/>
            </p:nvSpPr>
            <p:spPr>
              <a:xfrm>
                <a:off x="1406225" y="4468725"/>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6"/>
              <p:cNvSpPr/>
              <p:nvPr/>
            </p:nvSpPr>
            <p:spPr>
              <a:xfrm>
                <a:off x="12747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6"/>
              <p:cNvSpPr/>
              <p:nvPr/>
            </p:nvSpPr>
            <p:spPr>
              <a:xfrm>
                <a:off x="1126600" y="4468725"/>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6"/>
              <p:cNvSpPr/>
              <p:nvPr/>
            </p:nvSpPr>
            <p:spPr>
              <a:xfrm>
                <a:off x="9943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6"/>
              <p:cNvSpPr/>
              <p:nvPr/>
            </p:nvSpPr>
            <p:spPr>
              <a:xfrm>
                <a:off x="843925" y="4468725"/>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6"/>
              <p:cNvSpPr/>
              <p:nvPr/>
            </p:nvSpPr>
            <p:spPr>
              <a:xfrm>
                <a:off x="713225"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4" name="Google Shape;874;p26"/>
            <p:cNvGrpSpPr/>
            <p:nvPr/>
          </p:nvGrpSpPr>
          <p:grpSpPr>
            <a:xfrm>
              <a:off x="713225" y="4359300"/>
              <a:ext cx="1034975" cy="53225"/>
              <a:chOff x="713225" y="4359300"/>
              <a:chExt cx="1034975" cy="53225"/>
            </a:xfrm>
          </p:grpSpPr>
          <p:sp>
            <p:nvSpPr>
              <p:cNvPr id="875" name="Google Shape;875;p26"/>
              <p:cNvSpPr/>
              <p:nvPr/>
            </p:nvSpPr>
            <p:spPr>
              <a:xfrm>
                <a:off x="1695000" y="4359300"/>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6"/>
              <p:cNvSpPr/>
              <p:nvPr/>
            </p:nvSpPr>
            <p:spPr>
              <a:xfrm>
                <a:off x="1564300"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6"/>
              <p:cNvSpPr/>
              <p:nvPr/>
            </p:nvSpPr>
            <p:spPr>
              <a:xfrm>
                <a:off x="1406225" y="4359300"/>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6"/>
              <p:cNvSpPr/>
              <p:nvPr/>
            </p:nvSpPr>
            <p:spPr>
              <a:xfrm>
                <a:off x="12747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6"/>
              <p:cNvSpPr/>
              <p:nvPr/>
            </p:nvSpPr>
            <p:spPr>
              <a:xfrm>
                <a:off x="1126600" y="4359300"/>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6"/>
              <p:cNvSpPr/>
              <p:nvPr/>
            </p:nvSpPr>
            <p:spPr>
              <a:xfrm>
                <a:off x="9943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6"/>
              <p:cNvSpPr/>
              <p:nvPr/>
            </p:nvSpPr>
            <p:spPr>
              <a:xfrm>
                <a:off x="843925" y="4359300"/>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6"/>
              <p:cNvSpPr/>
              <p:nvPr/>
            </p:nvSpPr>
            <p:spPr>
              <a:xfrm>
                <a:off x="713225"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3" name="Google Shape;883;p26"/>
            <p:cNvGrpSpPr/>
            <p:nvPr/>
          </p:nvGrpSpPr>
          <p:grpSpPr>
            <a:xfrm>
              <a:off x="713225" y="4249875"/>
              <a:ext cx="1034975" cy="53225"/>
              <a:chOff x="713225" y="4249875"/>
              <a:chExt cx="1034975" cy="53225"/>
            </a:xfrm>
          </p:grpSpPr>
          <p:sp>
            <p:nvSpPr>
              <p:cNvPr id="884" name="Google Shape;884;p26"/>
              <p:cNvSpPr/>
              <p:nvPr/>
            </p:nvSpPr>
            <p:spPr>
              <a:xfrm>
                <a:off x="1695000" y="4249875"/>
                <a:ext cx="53200" cy="53225"/>
              </a:xfrm>
              <a:custGeom>
                <a:rect b="b" l="l" r="r" t="t"/>
                <a:pathLst>
                  <a:path extrusionOk="0" h="2129" w="2128">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6"/>
              <p:cNvSpPr/>
              <p:nvPr/>
            </p:nvSpPr>
            <p:spPr>
              <a:xfrm>
                <a:off x="1564300"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6"/>
              <p:cNvSpPr/>
              <p:nvPr/>
            </p:nvSpPr>
            <p:spPr>
              <a:xfrm>
                <a:off x="1406225" y="4249875"/>
                <a:ext cx="53225" cy="53225"/>
              </a:xfrm>
              <a:custGeom>
                <a:rect b="b" l="l" r="r" t="t"/>
                <a:pathLst>
                  <a:path extrusionOk="0" h="2129" w="2129">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6"/>
              <p:cNvSpPr/>
              <p:nvPr/>
            </p:nvSpPr>
            <p:spPr>
              <a:xfrm>
                <a:off x="12747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6"/>
              <p:cNvSpPr/>
              <p:nvPr/>
            </p:nvSpPr>
            <p:spPr>
              <a:xfrm>
                <a:off x="1126600" y="4249875"/>
                <a:ext cx="52450" cy="53225"/>
              </a:xfrm>
              <a:custGeom>
                <a:rect b="b" l="l" r="r" t="t"/>
                <a:pathLst>
                  <a:path extrusionOk="0" h="2129" w="2098">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6"/>
              <p:cNvSpPr/>
              <p:nvPr/>
            </p:nvSpPr>
            <p:spPr>
              <a:xfrm>
                <a:off x="9943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6"/>
              <p:cNvSpPr/>
              <p:nvPr/>
            </p:nvSpPr>
            <p:spPr>
              <a:xfrm>
                <a:off x="843925" y="4249875"/>
                <a:ext cx="53200" cy="53225"/>
              </a:xfrm>
              <a:custGeom>
                <a:rect b="b" l="l" r="r" t="t"/>
                <a:pathLst>
                  <a:path extrusionOk="0" h="2129" w="2128">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6"/>
              <p:cNvSpPr/>
              <p:nvPr/>
            </p:nvSpPr>
            <p:spPr>
              <a:xfrm>
                <a:off x="713225"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92" name="Google Shape;892;p26"/>
          <p:cNvGrpSpPr/>
          <p:nvPr/>
        </p:nvGrpSpPr>
        <p:grpSpPr>
          <a:xfrm flipH="1">
            <a:off x="8430888" y="2430013"/>
            <a:ext cx="1535025" cy="283475"/>
            <a:chOff x="-112475" y="4315950"/>
            <a:chExt cx="1535025" cy="283475"/>
          </a:xfrm>
        </p:grpSpPr>
        <p:sp>
          <p:nvSpPr>
            <p:cNvPr id="893" name="Google Shape;893;p26"/>
            <p:cNvSpPr/>
            <p:nvPr/>
          </p:nvSpPr>
          <p:spPr>
            <a:xfrm>
              <a:off x="-112475" y="43159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6"/>
            <p:cNvSpPr/>
            <p:nvPr/>
          </p:nvSpPr>
          <p:spPr>
            <a:xfrm>
              <a:off x="-112475" y="45006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5" name="Google Shape;895;p26"/>
          <p:cNvSpPr txBox="1"/>
          <p:nvPr>
            <p:ph type="title"/>
          </p:nvPr>
        </p:nvSpPr>
        <p:spPr>
          <a:xfrm>
            <a:off x="689100" y="457200"/>
            <a:ext cx="7741800" cy="640200"/>
          </a:xfrm>
          <a:prstGeom prst="rect">
            <a:avLst/>
          </a:prstGeom>
        </p:spPr>
        <p:txBody>
          <a:bodyPr anchorCtr="0" anchor="t" bIns="0" lIns="0" spcFirstLastPara="1" rIns="0" wrap="square" tIns="0">
            <a:noAutofit/>
          </a:bodyPr>
          <a:lstStyle>
            <a:lvl1pPr lvl="0" rtl="0" algn="ctr">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3_1">
    <p:bg>
      <p:bgPr>
        <a:solidFill>
          <a:schemeClr val="accent1"/>
        </a:solidFill>
      </p:bgPr>
    </p:bg>
    <p:spTree>
      <p:nvGrpSpPr>
        <p:cNvPr id="896" name="Shape 896"/>
        <p:cNvGrpSpPr/>
        <p:nvPr/>
      </p:nvGrpSpPr>
      <p:grpSpPr>
        <a:xfrm>
          <a:off x="0" y="0"/>
          <a:ext cx="0" cy="0"/>
          <a:chOff x="0" y="0"/>
          <a:chExt cx="0" cy="0"/>
        </a:xfrm>
      </p:grpSpPr>
      <p:sp>
        <p:nvSpPr>
          <p:cNvPr id="897" name="Google Shape;897;p27"/>
          <p:cNvSpPr/>
          <p:nvPr/>
        </p:nvSpPr>
        <p:spPr>
          <a:xfrm>
            <a:off x="6895750" y="5395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7"/>
          <p:cNvSpPr/>
          <p:nvPr/>
        </p:nvSpPr>
        <p:spPr>
          <a:xfrm>
            <a:off x="6895750" y="7241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7"/>
          <p:cNvSpPr/>
          <p:nvPr/>
        </p:nvSpPr>
        <p:spPr>
          <a:xfrm rot="10800000">
            <a:off x="-152405" y="2888998"/>
            <a:ext cx="698957" cy="1397818"/>
          </a:xfrm>
          <a:custGeom>
            <a:rect b="b" l="l" r="r" t="t"/>
            <a:pathLst>
              <a:path extrusionOk="0" fill="none" h="14591" w="7296">
                <a:moveTo>
                  <a:pt x="7295" y="14591"/>
                </a:moveTo>
                <a:cubicBezTo>
                  <a:pt x="3283" y="14591"/>
                  <a:pt x="0" y="11308"/>
                  <a:pt x="0" y="7296"/>
                </a:cubicBezTo>
                <a:cubicBezTo>
                  <a:pt x="0" y="3253"/>
                  <a:pt x="3283" y="1"/>
                  <a:pt x="7295" y="1"/>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7"/>
          <p:cNvSpPr/>
          <p:nvPr/>
        </p:nvSpPr>
        <p:spPr>
          <a:xfrm rot="10800000">
            <a:off x="-126155" y="3087017"/>
            <a:ext cx="503812" cy="1004655"/>
          </a:xfrm>
          <a:custGeom>
            <a:rect b="b" l="l" r="r" t="t"/>
            <a:pathLst>
              <a:path extrusionOk="0" fill="none" h="10487" w="5259">
                <a:moveTo>
                  <a:pt x="5259" y="10487"/>
                </a:moveTo>
                <a:cubicBezTo>
                  <a:pt x="2371" y="10487"/>
                  <a:pt x="0" y="8146"/>
                  <a:pt x="0" y="5259"/>
                </a:cubicBezTo>
                <a:cubicBezTo>
                  <a:pt x="0" y="2371"/>
                  <a:pt x="2371" y="0"/>
                  <a:pt x="5259" y="0"/>
                </a:cubicBezTo>
              </a:path>
            </a:pathLst>
          </a:custGeom>
          <a:noFill/>
          <a:ln cap="flat" cmpd="sng" w="190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7"/>
          <p:cNvSpPr txBox="1"/>
          <p:nvPr>
            <p:ph type="title"/>
          </p:nvPr>
        </p:nvSpPr>
        <p:spPr>
          <a:xfrm>
            <a:off x="689100" y="457200"/>
            <a:ext cx="7741800" cy="640200"/>
          </a:xfrm>
          <a:prstGeom prst="rect">
            <a:avLst/>
          </a:prstGeom>
        </p:spPr>
        <p:txBody>
          <a:bodyPr anchorCtr="0" anchor="t" bIns="0" lIns="0" spcFirstLastPara="1" rIns="0" wrap="square" tIns="0">
            <a:noAutofit/>
          </a:bodyPr>
          <a:lstStyle>
            <a:lvl1pPr lvl="0" rtl="0">
              <a:spcBef>
                <a:spcPts val="0"/>
              </a:spcBef>
              <a:spcAft>
                <a:spcPts val="0"/>
              </a:spcAft>
              <a:buSzPts val="3500"/>
              <a:buNone/>
              <a:defRPr sz="36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02" name="Google Shape;902;p27"/>
          <p:cNvGrpSpPr/>
          <p:nvPr/>
        </p:nvGrpSpPr>
        <p:grpSpPr>
          <a:xfrm>
            <a:off x="3064400" y="4410525"/>
            <a:ext cx="3015175" cy="188900"/>
            <a:chOff x="713213" y="4410525"/>
            <a:chExt cx="3015175" cy="188900"/>
          </a:xfrm>
        </p:grpSpPr>
        <p:sp>
          <p:nvSpPr>
            <p:cNvPr id="903" name="Google Shape;903;p27"/>
            <p:cNvSpPr/>
            <p:nvPr/>
          </p:nvSpPr>
          <p:spPr>
            <a:xfrm>
              <a:off x="713213" y="4546225"/>
              <a:ext cx="53200" cy="53200"/>
            </a:xfrm>
            <a:custGeom>
              <a:rect b="b" l="l" r="r" t="t"/>
              <a:pathLst>
                <a:path extrusionOk="0" h="2128" w="2128">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7"/>
            <p:cNvSpPr/>
            <p:nvPr/>
          </p:nvSpPr>
          <p:spPr>
            <a:xfrm>
              <a:off x="901663" y="4546225"/>
              <a:ext cx="53200" cy="53200"/>
            </a:xfrm>
            <a:custGeom>
              <a:rect b="b" l="l" r="r" t="t"/>
              <a:pathLst>
                <a:path extrusionOk="0" h="2128" w="2128">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7"/>
            <p:cNvSpPr/>
            <p:nvPr/>
          </p:nvSpPr>
          <p:spPr>
            <a:xfrm>
              <a:off x="1090863"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7"/>
            <p:cNvSpPr/>
            <p:nvPr/>
          </p:nvSpPr>
          <p:spPr>
            <a:xfrm>
              <a:off x="1280088" y="4546225"/>
              <a:ext cx="53200" cy="53200"/>
            </a:xfrm>
            <a:custGeom>
              <a:rect b="b" l="l" r="r" t="t"/>
              <a:pathLst>
                <a:path extrusionOk="0" h="2128" w="2128">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7"/>
            <p:cNvSpPr/>
            <p:nvPr/>
          </p:nvSpPr>
          <p:spPr>
            <a:xfrm>
              <a:off x="1468538" y="4546225"/>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7"/>
            <p:cNvSpPr/>
            <p:nvPr/>
          </p:nvSpPr>
          <p:spPr>
            <a:xfrm>
              <a:off x="1657738"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7"/>
            <p:cNvSpPr/>
            <p:nvPr/>
          </p:nvSpPr>
          <p:spPr>
            <a:xfrm>
              <a:off x="1846963" y="4546225"/>
              <a:ext cx="53225" cy="53200"/>
            </a:xfrm>
            <a:custGeom>
              <a:rect b="b" l="l" r="r" t="t"/>
              <a:pathLst>
                <a:path extrusionOk="0" h="2128" w="2129">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7"/>
            <p:cNvSpPr/>
            <p:nvPr/>
          </p:nvSpPr>
          <p:spPr>
            <a:xfrm>
              <a:off x="2036163" y="4546225"/>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7"/>
            <p:cNvSpPr/>
            <p:nvPr/>
          </p:nvSpPr>
          <p:spPr>
            <a:xfrm>
              <a:off x="2223863"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7"/>
            <p:cNvSpPr/>
            <p:nvPr/>
          </p:nvSpPr>
          <p:spPr>
            <a:xfrm>
              <a:off x="2413088" y="4546225"/>
              <a:ext cx="53200" cy="53200"/>
            </a:xfrm>
            <a:custGeom>
              <a:rect b="b" l="l" r="r" t="t"/>
              <a:pathLst>
                <a:path extrusionOk="0" h="2128" w="2128">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7"/>
            <p:cNvSpPr/>
            <p:nvPr/>
          </p:nvSpPr>
          <p:spPr>
            <a:xfrm>
              <a:off x="2602288" y="4546225"/>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7"/>
            <p:cNvSpPr/>
            <p:nvPr/>
          </p:nvSpPr>
          <p:spPr>
            <a:xfrm>
              <a:off x="2790738"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7"/>
            <p:cNvSpPr/>
            <p:nvPr/>
          </p:nvSpPr>
          <p:spPr>
            <a:xfrm>
              <a:off x="2979963" y="4546225"/>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7"/>
            <p:cNvSpPr/>
            <p:nvPr/>
          </p:nvSpPr>
          <p:spPr>
            <a:xfrm>
              <a:off x="3169163" y="4546225"/>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7"/>
            <p:cNvSpPr/>
            <p:nvPr/>
          </p:nvSpPr>
          <p:spPr>
            <a:xfrm>
              <a:off x="1219213" y="4410525"/>
              <a:ext cx="53200" cy="53200"/>
            </a:xfrm>
            <a:custGeom>
              <a:rect b="b" l="l" r="r" t="t"/>
              <a:pathLst>
                <a:path extrusionOk="0" h="2128" w="2128">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7"/>
            <p:cNvSpPr/>
            <p:nvPr/>
          </p:nvSpPr>
          <p:spPr>
            <a:xfrm>
              <a:off x="1407663" y="4410525"/>
              <a:ext cx="53200" cy="53200"/>
            </a:xfrm>
            <a:custGeom>
              <a:rect b="b" l="l" r="r" t="t"/>
              <a:pathLst>
                <a:path extrusionOk="0" h="2128" w="2128">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7"/>
            <p:cNvSpPr/>
            <p:nvPr/>
          </p:nvSpPr>
          <p:spPr>
            <a:xfrm>
              <a:off x="1596863"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7"/>
            <p:cNvSpPr/>
            <p:nvPr/>
          </p:nvSpPr>
          <p:spPr>
            <a:xfrm>
              <a:off x="1786088" y="4410525"/>
              <a:ext cx="53200" cy="53200"/>
            </a:xfrm>
            <a:custGeom>
              <a:rect b="b" l="l" r="r" t="t"/>
              <a:pathLst>
                <a:path extrusionOk="0" h="2128" w="2128">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7"/>
            <p:cNvSpPr/>
            <p:nvPr/>
          </p:nvSpPr>
          <p:spPr>
            <a:xfrm>
              <a:off x="1974538" y="4410525"/>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7"/>
            <p:cNvSpPr/>
            <p:nvPr/>
          </p:nvSpPr>
          <p:spPr>
            <a:xfrm>
              <a:off x="2163738"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7"/>
            <p:cNvSpPr/>
            <p:nvPr/>
          </p:nvSpPr>
          <p:spPr>
            <a:xfrm>
              <a:off x="2352963" y="4410525"/>
              <a:ext cx="53225" cy="53200"/>
            </a:xfrm>
            <a:custGeom>
              <a:rect b="b" l="l" r="r" t="t"/>
              <a:pathLst>
                <a:path extrusionOk="0" h="2128" w="2129">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7"/>
            <p:cNvSpPr/>
            <p:nvPr/>
          </p:nvSpPr>
          <p:spPr>
            <a:xfrm>
              <a:off x="2542163" y="4410525"/>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7"/>
            <p:cNvSpPr/>
            <p:nvPr/>
          </p:nvSpPr>
          <p:spPr>
            <a:xfrm>
              <a:off x="2729863"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7"/>
            <p:cNvSpPr/>
            <p:nvPr/>
          </p:nvSpPr>
          <p:spPr>
            <a:xfrm>
              <a:off x="2919088" y="4410525"/>
              <a:ext cx="53200" cy="53200"/>
            </a:xfrm>
            <a:custGeom>
              <a:rect b="b" l="l" r="r" t="t"/>
              <a:pathLst>
                <a:path extrusionOk="0" h="2128" w="2128">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7"/>
            <p:cNvSpPr/>
            <p:nvPr/>
          </p:nvSpPr>
          <p:spPr>
            <a:xfrm>
              <a:off x="3108288" y="4410525"/>
              <a:ext cx="53225" cy="53200"/>
            </a:xfrm>
            <a:custGeom>
              <a:rect b="b" l="l" r="r" t="t"/>
              <a:pathLst>
                <a:path extrusionOk="0" h="2128" w="2129">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7"/>
            <p:cNvSpPr/>
            <p:nvPr/>
          </p:nvSpPr>
          <p:spPr>
            <a:xfrm>
              <a:off x="3296738"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7"/>
            <p:cNvSpPr/>
            <p:nvPr/>
          </p:nvSpPr>
          <p:spPr>
            <a:xfrm>
              <a:off x="3485963" y="4410525"/>
              <a:ext cx="53225" cy="53200"/>
            </a:xfrm>
            <a:custGeom>
              <a:rect b="b" l="l" r="r" t="t"/>
              <a:pathLst>
                <a:path extrusionOk="0" h="2128" w="2129">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7"/>
            <p:cNvSpPr/>
            <p:nvPr/>
          </p:nvSpPr>
          <p:spPr>
            <a:xfrm>
              <a:off x="3675163" y="4410525"/>
              <a:ext cx="53225" cy="53200"/>
            </a:xfrm>
            <a:custGeom>
              <a:rect b="b" l="l" r="r" t="t"/>
              <a:pathLst>
                <a:path extrusionOk="0" h="2128" w="2129">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6">
    <p:spTree>
      <p:nvGrpSpPr>
        <p:cNvPr id="931" name="Shape 931"/>
        <p:cNvGrpSpPr/>
        <p:nvPr/>
      </p:nvGrpSpPr>
      <p:grpSpPr>
        <a:xfrm>
          <a:off x="0" y="0"/>
          <a:ext cx="0" cy="0"/>
          <a:chOff x="0" y="0"/>
          <a:chExt cx="0" cy="0"/>
        </a:xfrm>
      </p:grpSpPr>
      <p:grpSp>
        <p:nvGrpSpPr>
          <p:cNvPr id="932" name="Google Shape;932;p28"/>
          <p:cNvGrpSpPr/>
          <p:nvPr/>
        </p:nvGrpSpPr>
        <p:grpSpPr>
          <a:xfrm>
            <a:off x="7898919" y="548641"/>
            <a:ext cx="531845" cy="538387"/>
            <a:chOff x="418544" y="539491"/>
            <a:chExt cx="531845" cy="538387"/>
          </a:xfrm>
        </p:grpSpPr>
        <p:sp>
          <p:nvSpPr>
            <p:cNvPr id="933" name="Google Shape;933;p28"/>
            <p:cNvSpPr/>
            <p:nvPr/>
          </p:nvSpPr>
          <p:spPr>
            <a:xfrm>
              <a:off x="418544" y="904069"/>
              <a:ext cx="172516" cy="173808"/>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8"/>
            <p:cNvSpPr/>
            <p:nvPr/>
          </p:nvSpPr>
          <p:spPr>
            <a:xfrm>
              <a:off x="839296" y="539491"/>
              <a:ext cx="26167" cy="86258"/>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8"/>
            <p:cNvSpPr/>
            <p:nvPr/>
          </p:nvSpPr>
          <p:spPr>
            <a:xfrm>
              <a:off x="839296" y="644003"/>
              <a:ext cx="26167" cy="86297"/>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8"/>
            <p:cNvSpPr/>
            <p:nvPr/>
          </p:nvSpPr>
          <p:spPr>
            <a:xfrm>
              <a:off x="870634" y="620500"/>
              <a:ext cx="79755" cy="26167"/>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8"/>
            <p:cNvSpPr/>
            <p:nvPr/>
          </p:nvSpPr>
          <p:spPr>
            <a:xfrm>
              <a:off x="756955" y="622684"/>
              <a:ext cx="79755" cy="26167"/>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8" name="Google Shape;938;p28"/>
          <p:cNvSpPr txBox="1"/>
          <p:nvPr>
            <p:ph type="title"/>
          </p:nvPr>
        </p:nvSpPr>
        <p:spPr>
          <a:xfrm>
            <a:off x="689100" y="457200"/>
            <a:ext cx="7741800" cy="640200"/>
          </a:xfrm>
          <a:prstGeom prst="rect">
            <a:avLst/>
          </a:prstGeom>
        </p:spPr>
        <p:txBody>
          <a:bodyPr anchorCtr="0" anchor="t" bIns="0" lIns="0" spcFirstLastPara="1" rIns="0" wrap="square" tIns="0">
            <a:noAutofit/>
          </a:bodyPr>
          <a:lstStyle>
            <a:lvl1pPr lvl="0" rtl="0" algn="ctr">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39" name="Google Shape;939;p28"/>
          <p:cNvGrpSpPr/>
          <p:nvPr/>
        </p:nvGrpSpPr>
        <p:grpSpPr>
          <a:xfrm>
            <a:off x="713225" y="3991275"/>
            <a:ext cx="1535025" cy="283475"/>
            <a:chOff x="689100" y="4315950"/>
            <a:chExt cx="1535025" cy="283475"/>
          </a:xfrm>
        </p:grpSpPr>
        <p:sp>
          <p:nvSpPr>
            <p:cNvPr id="940" name="Google Shape;940;p28"/>
            <p:cNvSpPr/>
            <p:nvPr/>
          </p:nvSpPr>
          <p:spPr>
            <a:xfrm>
              <a:off x="689100" y="43159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8"/>
            <p:cNvSpPr/>
            <p:nvPr/>
          </p:nvSpPr>
          <p:spPr>
            <a:xfrm>
              <a:off x="689100" y="45006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16_2">
    <p:spTree>
      <p:nvGrpSpPr>
        <p:cNvPr id="942" name="Shape 942"/>
        <p:cNvGrpSpPr/>
        <p:nvPr/>
      </p:nvGrpSpPr>
      <p:grpSpPr>
        <a:xfrm>
          <a:off x="0" y="0"/>
          <a:ext cx="0" cy="0"/>
          <a:chOff x="0" y="0"/>
          <a:chExt cx="0" cy="0"/>
        </a:xfrm>
      </p:grpSpPr>
      <p:grpSp>
        <p:nvGrpSpPr>
          <p:cNvPr id="943" name="Google Shape;943;p29"/>
          <p:cNvGrpSpPr/>
          <p:nvPr/>
        </p:nvGrpSpPr>
        <p:grpSpPr>
          <a:xfrm>
            <a:off x="7898919" y="548641"/>
            <a:ext cx="531845" cy="538387"/>
            <a:chOff x="418544" y="539491"/>
            <a:chExt cx="531845" cy="538387"/>
          </a:xfrm>
        </p:grpSpPr>
        <p:sp>
          <p:nvSpPr>
            <p:cNvPr id="944" name="Google Shape;944;p29"/>
            <p:cNvSpPr/>
            <p:nvPr/>
          </p:nvSpPr>
          <p:spPr>
            <a:xfrm>
              <a:off x="418544" y="904069"/>
              <a:ext cx="172516" cy="173808"/>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9"/>
            <p:cNvSpPr/>
            <p:nvPr/>
          </p:nvSpPr>
          <p:spPr>
            <a:xfrm>
              <a:off x="839296" y="539491"/>
              <a:ext cx="26167" cy="86258"/>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9"/>
            <p:cNvSpPr/>
            <p:nvPr/>
          </p:nvSpPr>
          <p:spPr>
            <a:xfrm>
              <a:off x="839296" y="644003"/>
              <a:ext cx="26167" cy="86297"/>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9"/>
            <p:cNvSpPr/>
            <p:nvPr/>
          </p:nvSpPr>
          <p:spPr>
            <a:xfrm>
              <a:off x="870634" y="620500"/>
              <a:ext cx="79755" cy="26167"/>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9"/>
            <p:cNvSpPr/>
            <p:nvPr/>
          </p:nvSpPr>
          <p:spPr>
            <a:xfrm>
              <a:off x="756955" y="622684"/>
              <a:ext cx="79755" cy="26167"/>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9" name="Google Shape;949;p29"/>
          <p:cNvSpPr txBox="1"/>
          <p:nvPr>
            <p:ph type="title"/>
          </p:nvPr>
        </p:nvSpPr>
        <p:spPr>
          <a:xfrm>
            <a:off x="689100" y="457200"/>
            <a:ext cx="7741800" cy="640200"/>
          </a:xfrm>
          <a:prstGeom prst="rect">
            <a:avLst/>
          </a:prstGeom>
        </p:spPr>
        <p:txBody>
          <a:bodyPr anchorCtr="0" anchor="t" bIns="0" lIns="0" spcFirstLastPara="1" rIns="0" wrap="square" tIns="0">
            <a:noAutofit/>
          </a:bodyPr>
          <a:lstStyle>
            <a:lvl1pPr lvl="0" rtl="0" algn="ctr">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50" name="Google Shape;950;p29"/>
          <p:cNvGrpSpPr/>
          <p:nvPr/>
        </p:nvGrpSpPr>
        <p:grpSpPr>
          <a:xfrm>
            <a:off x="-508725" y="4677363"/>
            <a:ext cx="1535025" cy="283475"/>
            <a:chOff x="689100" y="4315950"/>
            <a:chExt cx="1535025" cy="283475"/>
          </a:xfrm>
        </p:grpSpPr>
        <p:sp>
          <p:nvSpPr>
            <p:cNvPr id="951" name="Google Shape;951;p29"/>
            <p:cNvSpPr/>
            <p:nvPr/>
          </p:nvSpPr>
          <p:spPr>
            <a:xfrm>
              <a:off x="689100" y="43159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9"/>
            <p:cNvSpPr/>
            <p:nvPr/>
          </p:nvSpPr>
          <p:spPr>
            <a:xfrm>
              <a:off x="689100" y="45006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6_1">
    <p:bg>
      <p:bgPr>
        <a:solidFill>
          <a:schemeClr val="accent1"/>
        </a:solidFill>
      </p:bgPr>
    </p:bg>
    <p:spTree>
      <p:nvGrpSpPr>
        <p:cNvPr id="953" name="Shape 953"/>
        <p:cNvGrpSpPr/>
        <p:nvPr/>
      </p:nvGrpSpPr>
      <p:grpSpPr>
        <a:xfrm>
          <a:off x="0" y="0"/>
          <a:ext cx="0" cy="0"/>
          <a:chOff x="0" y="0"/>
          <a:chExt cx="0" cy="0"/>
        </a:xfrm>
      </p:grpSpPr>
      <p:grpSp>
        <p:nvGrpSpPr>
          <p:cNvPr id="954" name="Google Shape;954;p30"/>
          <p:cNvGrpSpPr/>
          <p:nvPr/>
        </p:nvGrpSpPr>
        <p:grpSpPr>
          <a:xfrm>
            <a:off x="7898919" y="548641"/>
            <a:ext cx="531845" cy="538387"/>
            <a:chOff x="418544" y="539491"/>
            <a:chExt cx="531845" cy="538387"/>
          </a:xfrm>
        </p:grpSpPr>
        <p:sp>
          <p:nvSpPr>
            <p:cNvPr id="955" name="Google Shape;955;p30"/>
            <p:cNvSpPr/>
            <p:nvPr/>
          </p:nvSpPr>
          <p:spPr>
            <a:xfrm>
              <a:off x="418544" y="904069"/>
              <a:ext cx="172516" cy="173808"/>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0"/>
            <p:cNvSpPr/>
            <p:nvPr/>
          </p:nvSpPr>
          <p:spPr>
            <a:xfrm>
              <a:off x="839296" y="539491"/>
              <a:ext cx="26167" cy="86258"/>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0"/>
            <p:cNvSpPr/>
            <p:nvPr/>
          </p:nvSpPr>
          <p:spPr>
            <a:xfrm>
              <a:off x="839296" y="644003"/>
              <a:ext cx="26167" cy="86297"/>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0"/>
            <p:cNvSpPr/>
            <p:nvPr/>
          </p:nvSpPr>
          <p:spPr>
            <a:xfrm>
              <a:off x="870634" y="620500"/>
              <a:ext cx="79755" cy="26167"/>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0"/>
            <p:cNvSpPr/>
            <p:nvPr/>
          </p:nvSpPr>
          <p:spPr>
            <a:xfrm>
              <a:off x="756955" y="622684"/>
              <a:ext cx="79755" cy="26167"/>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0" name="Google Shape;960;p30"/>
          <p:cNvSpPr txBox="1"/>
          <p:nvPr>
            <p:ph type="title"/>
          </p:nvPr>
        </p:nvSpPr>
        <p:spPr>
          <a:xfrm>
            <a:off x="689100" y="457200"/>
            <a:ext cx="7741800" cy="640200"/>
          </a:xfrm>
          <a:prstGeom prst="rect">
            <a:avLst/>
          </a:prstGeom>
        </p:spPr>
        <p:txBody>
          <a:bodyPr anchorCtr="0" anchor="t" bIns="0" lIns="0" spcFirstLastPara="1" rIns="0" wrap="square" tIns="0">
            <a:noAutofit/>
          </a:bodyPr>
          <a:lstStyle>
            <a:lvl1pPr lvl="0" rtl="0" algn="ctr">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61" name="Google Shape;961;p30"/>
          <p:cNvSpPr txBox="1"/>
          <p:nvPr>
            <p:ph idx="1" type="subTitle"/>
          </p:nvPr>
        </p:nvSpPr>
        <p:spPr>
          <a:xfrm>
            <a:off x="713225" y="1296975"/>
            <a:ext cx="3657600" cy="457200"/>
          </a:xfrm>
          <a:prstGeom prst="rect">
            <a:avLst/>
          </a:prstGeom>
        </p:spPr>
        <p:txBody>
          <a:bodyPr anchorCtr="0" anchor="b" bIns="0" lIns="0" spcFirstLastPara="1" rIns="0" wrap="square" tIns="0">
            <a:noAutofit/>
          </a:bodyPr>
          <a:lstStyle>
            <a:lvl1pPr lvl="0" rtl="0">
              <a:spcBef>
                <a:spcPts val="0"/>
              </a:spcBef>
              <a:spcAft>
                <a:spcPts val="0"/>
              </a:spcAft>
              <a:buSzPts val="1800"/>
              <a:buFont typeface="Alegreya Sans"/>
              <a:buNone/>
              <a:defRPr sz="1800">
                <a:latin typeface="Martel Heavy"/>
                <a:ea typeface="Martel Heavy"/>
                <a:cs typeface="Martel Heavy"/>
                <a:sym typeface="Martel Heavy"/>
              </a:defRPr>
            </a:lvl1pPr>
            <a:lvl2pPr lvl="1" rtl="0">
              <a:spcBef>
                <a:spcPts val="0"/>
              </a:spcBef>
              <a:spcAft>
                <a:spcPts val="0"/>
              </a:spcAft>
              <a:buClr>
                <a:schemeClr val="accent4"/>
              </a:buClr>
              <a:buSzPts val="1400"/>
              <a:buNone/>
              <a:defRPr>
                <a:solidFill>
                  <a:schemeClr val="accent4"/>
                </a:solidFill>
              </a:defRPr>
            </a:lvl2pPr>
            <a:lvl3pPr lvl="2" rtl="0">
              <a:spcBef>
                <a:spcPts val="0"/>
              </a:spcBef>
              <a:spcAft>
                <a:spcPts val="0"/>
              </a:spcAft>
              <a:buClr>
                <a:schemeClr val="accent4"/>
              </a:buClr>
              <a:buSzPts val="1400"/>
              <a:buNone/>
              <a:defRPr>
                <a:solidFill>
                  <a:schemeClr val="accent4"/>
                </a:solidFill>
              </a:defRPr>
            </a:lvl3pPr>
            <a:lvl4pPr lvl="3" rtl="0">
              <a:spcBef>
                <a:spcPts val="0"/>
              </a:spcBef>
              <a:spcAft>
                <a:spcPts val="0"/>
              </a:spcAft>
              <a:buClr>
                <a:schemeClr val="accent4"/>
              </a:buClr>
              <a:buSzPts val="1400"/>
              <a:buNone/>
              <a:defRPr>
                <a:solidFill>
                  <a:schemeClr val="accent4"/>
                </a:solidFill>
              </a:defRPr>
            </a:lvl4pPr>
            <a:lvl5pPr lvl="4" rtl="0">
              <a:spcBef>
                <a:spcPts val="0"/>
              </a:spcBef>
              <a:spcAft>
                <a:spcPts val="0"/>
              </a:spcAft>
              <a:buClr>
                <a:schemeClr val="accent4"/>
              </a:buClr>
              <a:buSzPts val="1400"/>
              <a:buNone/>
              <a:defRPr>
                <a:solidFill>
                  <a:schemeClr val="accent4"/>
                </a:solidFill>
              </a:defRPr>
            </a:lvl5pPr>
            <a:lvl6pPr lvl="5" rtl="0">
              <a:spcBef>
                <a:spcPts val="0"/>
              </a:spcBef>
              <a:spcAft>
                <a:spcPts val="0"/>
              </a:spcAft>
              <a:buClr>
                <a:schemeClr val="accent4"/>
              </a:buClr>
              <a:buSzPts val="1400"/>
              <a:buNone/>
              <a:defRPr>
                <a:solidFill>
                  <a:schemeClr val="accent4"/>
                </a:solidFill>
              </a:defRPr>
            </a:lvl6pPr>
            <a:lvl7pPr lvl="6" rtl="0">
              <a:spcBef>
                <a:spcPts val="0"/>
              </a:spcBef>
              <a:spcAft>
                <a:spcPts val="0"/>
              </a:spcAft>
              <a:buClr>
                <a:schemeClr val="accent4"/>
              </a:buClr>
              <a:buSzPts val="1400"/>
              <a:buNone/>
              <a:defRPr>
                <a:solidFill>
                  <a:schemeClr val="accent4"/>
                </a:solidFill>
              </a:defRPr>
            </a:lvl7pPr>
            <a:lvl8pPr lvl="7" rtl="0">
              <a:spcBef>
                <a:spcPts val="0"/>
              </a:spcBef>
              <a:spcAft>
                <a:spcPts val="0"/>
              </a:spcAft>
              <a:buClr>
                <a:schemeClr val="accent4"/>
              </a:buClr>
              <a:buSzPts val="1400"/>
              <a:buNone/>
              <a:defRPr>
                <a:solidFill>
                  <a:schemeClr val="accent4"/>
                </a:solidFill>
              </a:defRPr>
            </a:lvl8pPr>
            <a:lvl9pPr lvl="8" rtl="0">
              <a:spcBef>
                <a:spcPts val="0"/>
              </a:spcBef>
              <a:spcAft>
                <a:spcPts val="0"/>
              </a:spcAft>
              <a:buClr>
                <a:schemeClr val="accent4"/>
              </a:buClr>
              <a:buSzPts val="1400"/>
              <a:buNone/>
              <a:defRPr>
                <a:solidFill>
                  <a:schemeClr val="accent4"/>
                </a:solidFill>
              </a:defRPr>
            </a:lvl9pPr>
          </a:lstStyle>
          <a:p/>
        </p:txBody>
      </p:sp>
      <p:sp>
        <p:nvSpPr>
          <p:cNvPr id="962" name="Google Shape;962;p30"/>
          <p:cNvSpPr txBox="1"/>
          <p:nvPr>
            <p:ph idx="2" type="subTitle"/>
          </p:nvPr>
        </p:nvSpPr>
        <p:spPr>
          <a:xfrm>
            <a:off x="713225" y="1828800"/>
            <a:ext cx="3657600" cy="2676600"/>
          </a:xfrm>
          <a:prstGeom prst="rect">
            <a:avLst/>
          </a:prstGeom>
        </p:spPr>
        <p:txBody>
          <a:bodyPr anchorCtr="0" anchor="t" bIns="0" lIns="0" spcFirstLastPara="1" rIns="0" wrap="square" tIns="0">
            <a:noAutofit/>
          </a:bodyPr>
          <a:lstStyle>
            <a:lvl1pPr lvl="0" rtl="0">
              <a:spcBef>
                <a:spcPts val="0"/>
              </a:spcBef>
              <a:spcAft>
                <a:spcPts val="0"/>
              </a:spcAft>
              <a:buClr>
                <a:schemeClr val="accent4"/>
              </a:buClr>
              <a:buSzPts val="1800"/>
              <a:buChar char="●"/>
              <a:defRPr>
                <a:solidFill>
                  <a:schemeClr val="accent4"/>
                </a:solidFill>
              </a:defRPr>
            </a:lvl1pPr>
            <a:lvl2pPr lvl="1" rtl="0">
              <a:spcBef>
                <a:spcPts val="0"/>
              </a:spcBef>
              <a:spcAft>
                <a:spcPts val="0"/>
              </a:spcAft>
              <a:buSzPts val="1400"/>
              <a:buFont typeface="Lato"/>
              <a:buChar char="○"/>
              <a:defRPr>
                <a:latin typeface="Lato"/>
                <a:ea typeface="Lato"/>
                <a:cs typeface="Lato"/>
                <a:sym typeface="Lato"/>
              </a:defRPr>
            </a:lvl2pPr>
            <a:lvl3pPr lvl="2" rtl="0">
              <a:spcBef>
                <a:spcPts val="0"/>
              </a:spcBef>
              <a:spcAft>
                <a:spcPts val="0"/>
              </a:spcAft>
              <a:buSzPts val="1400"/>
              <a:buFont typeface="Lato"/>
              <a:buChar char="■"/>
              <a:defRPr>
                <a:latin typeface="Lato"/>
                <a:ea typeface="Lato"/>
                <a:cs typeface="Lato"/>
                <a:sym typeface="Lato"/>
              </a:defRPr>
            </a:lvl3pPr>
            <a:lvl4pPr lvl="3" rtl="0">
              <a:spcBef>
                <a:spcPts val="0"/>
              </a:spcBef>
              <a:spcAft>
                <a:spcPts val="0"/>
              </a:spcAft>
              <a:buSzPts val="1400"/>
              <a:buFont typeface="Lato"/>
              <a:buChar char="●"/>
              <a:defRPr>
                <a:latin typeface="Lato"/>
                <a:ea typeface="Lato"/>
                <a:cs typeface="Lato"/>
                <a:sym typeface="Lato"/>
              </a:defRPr>
            </a:lvl4pPr>
            <a:lvl5pPr lvl="4" rtl="0">
              <a:spcBef>
                <a:spcPts val="0"/>
              </a:spcBef>
              <a:spcAft>
                <a:spcPts val="0"/>
              </a:spcAft>
              <a:buSzPts val="1400"/>
              <a:buFont typeface="Lato"/>
              <a:buChar char="○"/>
              <a:defRPr>
                <a:latin typeface="Lato"/>
                <a:ea typeface="Lato"/>
                <a:cs typeface="Lato"/>
                <a:sym typeface="Lato"/>
              </a:defRPr>
            </a:lvl5pPr>
            <a:lvl6pPr lvl="5" rtl="0">
              <a:spcBef>
                <a:spcPts val="0"/>
              </a:spcBef>
              <a:spcAft>
                <a:spcPts val="0"/>
              </a:spcAft>
              <a:buSzPts val="1400"/>
              <a:buFont typeface="Lato"/>
              <a:buChar char="■"/>
              <a:defRPr>
                <a:latin typeface="Lato"/>
                <a:ea typeface="Lato"/>
                <a:cs typeface="Lato"/>
                <a:sym typeface="Lato"/>
              </a:defRPr>
            </a:lvl6pPr>
            <a:lvl7pPr lvl="6" rtl="0">
              <a:spcBef>
                <a:spcPts val="0"/>
              </a:spcBef>
              <a:spcAft>
                <a:spcPts val="0"/>
              </a:spcAft>
              <a:buSzPts val="1400"/>
              <a:buFont typeface="Lato"/>
              <a:buChar char="●"/>
              <a:defRPr>
                <a:latin typeface="Lato"/>
                <a:ea typeface="Lato"/>
                <a:cs typeface="Lato"/>
                <a:sym typeface="Lato"/>
              </a:defRPr>
            </a:lvl7pPr>
            <a:lvl8pPr lvl="7" rtl="0">
              <a:spcBef>
                <a:spcPts val="0"/>
              </a:spcBef>
              <a:spcAft>
                <a:spcPts val="0"/>
              </a:spcAft>
              <a:buSzPts val="1400"/>
              <a:buFont typeface="Lato"/>
              <a:buChar char="○"/>
              <a:defRPr>
                <a:latin typeface="Lato"/>
                <a:ea typeface="Lato"/>
                <a:cs typeface="Lato"/>
                <a:sym typeface="Lato"/>
              </a:defRPr>
            </a:lvl8pPr>
            <a:lvl9pPr lvl="8" rtl="0">
              <a:spcBef>
                <a:spcPts val="0"/>
              </a:spcBef>
              <a:spcAft>
                <a:spcPts val="0"/>
              </a:spcAft>
              <a:buSzPts val="1400"/>
              <a:buFont typeface="Lato"/>
              <a:buChar char="■"/>
              <a:defRPr>
                <a:latin typeface="Lato"/>
                <a:ea typeface="Lato"/>
                <a:cs typeface="Lato"/>
                <a:sym typeface="Lato"/>
              </a:defRPr>
            </a:lvl9pPr>
          </a:lstStyle>
          <a:p/>
        </p:txBody>
      </p:sp>
      <p:sp>
        <p:nvSpPr>
          <p:cNvPr id="963" name="Google Shape;963;p30"/>
          <p:cNvSpPr txBox="1"/>
          <p:nvPr>
            <p:ph idx="3" type="subTitle"/>
          </p:nvPr>
        </p:nvSpPr>
        <p:spPr>
          <a:xfrm>
            <a:off x="4751825" y="1296975"/>
            <a:ext cx="3657600" cy="457200"/>
          </a:xfrm>
          <a:prstGeom prst="rect">
            <a:avLst/>
          </a:prstGeom>
        </p:spPr>
        <p:txBody>
          <a:bodyPr anchorCtr="0" anchor="b" bIns="0" lIns="0" spcFirstLastPara="1" rIns="0" wrap="square" tIns="0">
            <a:noAutofit/>
          </a:bodyPr>
          <a:lstStyle>
            <a:lvl1pPr lvl="0" rtl="0">
              <a:spcBef>
                <a:spcPts val="0"/>
              </a:spcBef>
              <a:spcAft>
                <a:spcPts val="0"/>
              </a:spcAft>
              <a:buSzPts val="1800"/>
              <a:buFont typeface="Alegreya Sans"/>
              <a:buNone/>
              <a:defRPr sz="1800">
                <a:latin typeface="Martel Heavy"/>
                <a:ea typeface="Martel Heavy"/>
                <a:cs typeface="Martel Heavy"/>
                <a:sym typeface="Martel Heavy"/>
              </a:defRPr>
            </a:lvl1pPr>
            <a:lvl2pPr lvl="1" rtl="0">
              <a:spcBef>
                <a:spcPts val="0"/>
              </a:spcBef>
              <a:spcAft>
                <a:spcPts val="0"/>
              </a:spcAft>
              <a:buClr>
                <a:schemeClr val="accent4"/>
              </a:buClr>
              <a:buSzPts val="1400"/>
              <a:buNone/>
              <a:defRPr>
                <a:solidFill>
                  <a:schemeClr val="accent4"/>
                </a:solidFill>
              </a:defRPr>
            </a:lvl2pPr>
            <a:lvl3pPr lvl="2" rtl="0">
              <a:spcBef>
                <a:spcPts val="0"/>
              </a:spcBef>
              <a:spcAft>
                <a:spcPts val="0"/>
              </a:spcAft>
              <a:buClr>
                <a:schemeClr val="accent4"/>
              </a:buClr>
              <a:buSzPts val="1400"/>
              <a:buNone/>
              <a:defRPr>
                <a:solidFill>
                  <a:schemeClr val="accent4"/>
                </a:solidFill>
              </a:defRPr>
            </a:lvl3pPr>
            <a:lvl4pPr lvl="3" rtl="0">
              <a:spcBef>
                <a:spcPts val="0"/>
              </a:spcBef>
              <a:spcAft>
                <a:spcPts val="0"/>
              </a:spcAft>
              <a:buClr>
                <a:schemeClr val="accent4"/>
              </a:buClr>
              <a:buSzPts val="1400"/>
              <a:buNone/>
              <a:defRPr>
                <a:solidFill>
                  <a:schemeClr val="accent4"/>
                </a:solidFill>
              </a:defRPr>
            </a:lvl4pPr>
            <a:lvl5pPr lvl="4" rtl="0">
              <a:spcBef>
                <a:spcPts val="0"/>
              </a:spcBef>
              <a:spcAft>
                <a:spcPts val="0"/>
              </a:spcAft>
              <a:buClr>
                <a:schemeClr val="accent4"/>
              </a:buClr>
              <a:buSzPts val="1400"/>
              <a:buNone/>
              <a:defRPr>
                <a:solidFill>
                  <a:schemeClr val="accent4"/>
                </a:solidFill>
              </a:defRPr>
            </a:lvl5pPr>
            <a:lvl6pPr lvl="5" rtl="0">
              <a:spcBef>
                <a:spcPts val="0"/>
              </a:spcBef>
              <a:spcAft>
                <a:spcPts val="0"/>
              </a:spcAft>
              <a:buClr>
                <a:schemeClr val="accent4"/>
              </a:buClr>
              <a:buSzPts val="1400"/>
              <a:buNone/>
              <a:defRPr>
                <a:solidFill>
                  <a:schemeClr val="accent4"/>
                </a:solidFill>
              </a:defRPr>
            </a:lvl6pPr>
            <a:lvl7pPr lvl="6" rtl="0">
              <a:spcBef>
                <a:spcPts val="0"/>
              </a:spcBef>
              <a:spcAft>
                <a:spcPts val="0"/>
              </a:spcAft>
              <a:buClr>
                <a:schemeClr val="accent4"/>
              </a:buClr>
              <a:buSzPts val="1400"/>
              <a:buNone/>
              <a:defRPr>
                <a:solidFill>
                  <a:schemeClr val="accent4"/>
                </a:solidFill>
              </a:defRPr>
            </a:lvl7pPr>
            <a:lvl8pPr lvl="7" rtl="0">
              <a:spcBef>
                <a:spcPts val="0"/>
              </a:spcBef>
              <a:spcAft>
                <a:spcPts val="0"/>
              </a:spcAft>
              <a:buClr>
                <a:schemeClr val="accent4"/>
              </a:buClr>
              <a:buSzPts val="1400"/>
              <a:buNone/>
              <a:defRPr>
                <a:solidFill>
                  <a:schemeClr val="accent4"/>
                </a:solidFill>
              </a:defRPr>
            </a:lvl8pPr>
            <a:lvl9pPr lvl="8" rtl="0">
              <a:spcBef>
                <a:spcPts val="0"/>
              </a:spcBef>
              <a:spcAft>
                <a:spcPts val="0"/>
              </a:spcAft>
              <a:buClr>
                <a:schemeClr val="accent4"/>
              </a:buClr>
              <a:buSzPts val="1400"/>
              <a:buNone/>
              <a:defRPr>
                <a:solidFill>
                  <a:schemeClr val="accent4"/>
                </a:solidFill>
              </a:defRPr>
            </a:lvl9pPr>
          </a:lstStyle>
          <a:p/>
        </p:txBody>
      </p:sp>
      <p:sp>
        <p:nvSpPr>
          <p:cNvPr id="964" name="Google Shape;964;p30"/>
          <p:cNvSpPr txBox="1"/>
          <p:nvPr>
            <p:ph idx="4" type="subTitle"/>
          </p:nvPr>
        </p:nvSpPr>
        <p:spPr>
          <a:xfrm>
            <a:off x="4759325" y="1828800"/>
            <a:ext cx="3657600" cy="3002700"/>
          </a:xfrm>
          <a:prstGeom prst="rect">
            <a:avLst/>
          </a:prstGeom>
        </p:spPr>
        <p:txBody>
          <a:bodyPr anchorCtr="0" anchor="t" bIns="0" lIns="0" spcFirstLastPara="1" rIns="0" wrap="square" tIns="0">
            <a:noAutofit/>
          </a:bodyPr>
          <a:lstStyle>
            <a:lvl1pPr lvl="0" rtl="0">
              <a:spcBef>
                <a:spcPts val="0"/>
              </a:spcBef>
              <a:spcAft>
                <a:spcPts val="0"/>
              </a:spcAft>
              <a:buClr>
                <a:schemeClr val="accent4"/>
              </a:buClr>
              <a:buSzPts val="1800"/>
              <a:buChar char="●"/>
              <a:defRPr>
                <a:solidFill>
                  <a:schemeClr val="accent4"/>
                </a:solidFill>
              </a:defRPr>
            </a:lvl1pPr>
            <a:lvl2pPr lvl="1" rtl="0">
              <a:spcBef>
                <a:spcPts val="0"/>
              </a:spcBef>
              <a:spcAft>
                <a:spcPts val="0"/>
              </a:spcAft>
              <a:buSzPts val="1400"/>
              <a:buFont typeface="Lato"/>
              <a:buChar char="○"/>
              <a:defRPr>
                <a:latin typeface="Lato"/>
                <a:ea typeface="Lato"/>
                <a:cs typeface="Lato"/>
                <a:sym typeface="Lato"/>
              </a:defRPr>
            </a:lvl2pPr>
            <a:lvl3pPr lvl="2" rtl="0">
              <a:spcBef>
                <a:spcPts val="0"/>
              </a:spcBef>
              <a:spcAft>
                <a:spcPts val="0"/>
              </a:spcAft>
              <a:buSzPts val="1400"/>
              <a:buFont typeface="Lato"/>
              <a:buChar char="■"/>
              <a:defRPr>
                <a:latin typeface="Lato"/>
                <a:ea typeface="Lato"/>
                <a:cs typeface="Lato"/>
                <a:sym typeface="Lato"/>
              </a:defRPr>
            </a:lvl3pPr>
            <a:lvl4pPr lvl="3" rtl="0">
              <a:spcBef>
                <a:spcPts val="0"/>
              </a:spcBef>
              <a:spcAft>
                <a:spcPts val="0"/>
              </a:spcAft>
              <a:buSzPts val="1400"/>
              <a:buFont typeface="Lato"/>
              <a:buChar char="●"/>
              <a:defRPr>
                <a:latin typeface="Lato"/>
                <a:ea typeface="Lato"/>
                <a:cs typeface="Lato"/>
                <a:sym typeface="Lato"/>
              </a:defRPr>
            </a:lvl4pPr>
            <a:lvl5pPr lvl="4" rtl="0">
              <a:spcBef>
                <a:spcPts val="0"/>
              </a:spcBef>
              <a:spcAft>
                <a:spcPts val="0"/>
              </a:spcAft>
              <a:buSzPts val="1400"/>
              <a:buFont typeface="Lato"/>
              <a:buChar char="○"/>
              <a:defRPr>
                <a:latin typeface="Lato"/>
                <a:ea typeface="Lato"/>
                <a:cs typeface="Lato"/>
                <a:sym typeface="Lato"/>
              </a:defRPr>
            </a:lvl5pPr>
            <a:lvl6pPr lvl="5" rtl="0">
              <a:spcBef>
                <a:spcPts val="0"/>
              </a:spcBef>
              <a:spcAft>
                <a:spcPts val="0"/>
              </a:spcAft>
              <a:buSzPts val="1400"/>
              <a:buFont typeface="Lato"/>
              <a:buChar char="■"/>
              <a:defRPr>
                <a:latin typeface="Lato"/>
                <a:ea typeface="Lato"/>
                <a:cs typeface="Lato"/>
                <a:sym typeface="Lato"/>
              </a:defRPr>
            </a:lvl6pPr>
            <a:lvl7pPr lvl="6" rtl="0">
              <a:spcBef>
                <a:spcPts val="0"/>
              </a:spcBef>
              <a:spcAft>
                <a:spcPts val="0"/>
              </a:spcAft>
              <a:buSzPts val="1400"/>
              <a:buFont typeface="Lato"/>
              <a:buChar char="●"/>
              <a:defRPr>
                <a:latin typeface="Lato"/>
                <a:ea typeface="Lato"/>
                <a:cs typeface="Lato"/>
                <a:sym typeface="Lato"/>
              </a:defRPr>
            </a:lvl7pPr>
            <a:lvl8pPr lvl="7" rtl="0">
              <a:spcBef>
                <a:spcPts val="0"/>
              </a:spcBef>
              <a:spcAft>
                <a:spcPts val="0"/>
              </a:spcAft>
              <a:buSzPts val="1400"/>
              <a:buFont typeface="Lato"/>
              <a:buChar char="○"/>
              <a:defRPr>
                <a:latin typeface="Lato"/>
                <a:ea typeface="Lato"/>
                <a:cs typeface="Lato"/>
                <a:sym typeface="Lato"/>
              </a:defRPr>
            </a:lvl8pPr>
            <a:lvl9pPr lvl="8" rtl="0">
              <a:spcBef>
                <a:spcPts val="0"/>
              </a:spcBef>
              <a:spcAft>
                <a:spcPts val="0"/>
              </a:spcAft>
              <a:buSzPts val="1400"/>
              <a:buFont typeface="Lato"/>
              <a:buChar char="■"/>
              <a:defRPr>
                <a:latin typeface="Lato"/>
                <a:ea typeface="Lato"/>
                <a:cs typeface="Lato"/>
                <a:sym typeface="Lato"/>
              </a:defRPr>
            </a:lvl9pPr>
          </a:lstStyle>
          <a:p/>
        </p:txBody>
      </p:sp>
      <p:grpSp>
        <p:nvGrpSpPr>
          <p:cNvPr id="965" name="Google Shape;965;p30"/>
          <p:cNvGrpSpPr/>
          <p:nvPr/>
        </p:nvGrpSpPr>
        <p:grpSpPr>
          <a:xfrm>
            <a:off x="6881900" y="4346875"/>
            <a:ext cx="1535025" cy="283475"/>
            <a:chOff x="689100" y="4315950"/>
            <a:chExt cx="1535025" cy="283475"/>
          </a:xfrm>
        </p:grpSpPr>
        <p:sp>
          <p:nvSpPr>
            <p:cNvPr id="966" name="Google Shape;966;p30"/>
            <p:cNvSpPr/>
            <p:nvPr/>
          </p:nvSpPr>
          <p:spPr>
            <a:xfrm>
              <a:off x="689100" y="431595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cap="flat" cmpd="sng" w="798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0"/>
            <p:cNvSpPr/>
            <p:nvPr/>
          </p:nvSpPr>
          <p:spPr>
            <a:xfrm>
              <a:off x="689100" y="4500600"/>
              <a:ext cx="1535025" cy="98825"/>
            </a:xfrm>
            <a:custGeom>
              <a:rect b="b" l="l" r="r" t="t"/>
              <a:pathLst>
                <a:path extrusionOk="0" fill="none" h="3953" w="61401">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cap="flat" cmpd="sng" w="79800">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6_1_1">
    <p:bg>
      <p:bgPr>
        <a:solidFill>
          <a:schemeClr val="accent1"/>
        </a:solidFill>
      </p:bgPr>
    </p:bg>
    <p:spTree>
      <p:nvGrpSpPr>
        <p:cNvPr id="968" name="Shape 968"/>
        <p:cNvGrpSpPr/>
        <p:nvPr/>
      </p:nvGrpSpPr>
      <p:grpSpPr>
        <a:xfrm>
          <a:off x="0" y="0"/>
          <a:ext cx="0" cy="0"/>
          <a:chOff x="0" y="0"/>
          <a:chExt cx="0" cy="0"/>
        </a:xfrm>
      </p:grpSpPr>
      <p:sp>
        <p:nvSpPr>
          <p:cNvPr id="969" name="Google Shape;969;p31"/>
          <p:cNvSpPr txBox="1"/>
          <p:nvPr>
            <p:ph type="title"/>
          </p:nvPr>
        </p:nvSpPr>
        <p:spPr>
          <a:xfrm>
            <a:off x="689100" y="457200"/>
            <a:ext cx="7741800" cy="640200"/>
          </a:xfrm>
          <a:prstGeom prst="rect">
            <a:avLst/>
          </a:prstGeom>
        </p:spPr>
        <p:txBody>
          <a:bodyPr anchorCtr="0" anchor="t" bIns="0" lIns="0" spcFirstLastPara="1" rIns="0" wrap="square" tIns="0">
            <a:noAutofit/>
          </a:bodyPr>
          <a:lstStyle>
            <a:lvl1pPr lvl="0" rtl="0" algn="ctr">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70" name="Google Shape;970;p31"/>
          <p:cNvSpPr txBox="1"/>
          <p:nvPr>
            <p:ph idx="1" type="subTitle"/>
          </p:nvPr>
        </p:nvSpPr>
        <p:spPr>
          <a:xfrm>
            <a:off x="713225" y="1296975"/>
            <a:ext cx="3657600" cy="457200"/>
          </a:xfrm>
          <a:prstGeom prst="rect">
            <a:avLst/>
          </a:prstGeom>
        </p:spPr>
        <p:txBody>
          <a:bodyPr anchorCtr="0" anchor="b" bIns="0" lIns="0" spcFirstLastPara="1" rIns="0" wrap="square" tIns="0">
            <a:noAutofit/>
          </a:bodyPr>
          <a:lstStyle>
            <a:lvl1pPr lvl="0" rtl="0">
              <a:spcBef>
                <a:spcPts val="0"/>
              </a:spcBef>
              <a:spcAft>
                <a:spcPts val="0"/>
              </a:spcAft>
              <a:buSzPts val="1800"/>
              <a:buFont typeface="Alegreya Sans"/>
              <a:buNone/>
              <a:defRPr sz="1800">
                <a:latin typeface="Martel Heavy"/>
                <a:ea typeface="Martel Heavy"/>
                <a:cs typeface="Martel Heavy"/>
                <a:sym typeface="Martel Heavy"/>
              </a:defRPr>
            </a:lvl1pPr>
            <a:lvl2pPr lvl="1" rtl="0">
              <a:spcBef>
                <a:spcPts val="0"/>
              </a:spcBef>
              <a:spcAft>
                <a:spcPts val="0"/>
              </a:spcAft>
              <a:buClr>
                <a:schemeClr val="accent4"/>
              </a:buClr>
              <a:buSzPts val="1400"/>
              <a:buNone/>
              <a:defRPr>
                <a:solidFill>
                  <a:schemeClr val="accent4"/>
                </a:solidFill>
              </a:defRPr>
            </a:lvl2pPr>
            <a:lvl3pPr lvl="2" rtl="0">
              <a:spcBef>
                <a:spcPts val="0"/>
              </a:spcBef>
              <a:spcAft>
                <a:spcPts val="0"/>
              </a:spcAft>
              <a:buClr>
                <a:schemeClr val="accent4"/>
              </a:buClr>
              <a:buSzPts val="1400"/>
              <a:buNone/>
              <a:defRPr>
                <a:solidFill>
                  <a:schemeClr val="accent4"/>
                </a:solidFill>
              </a:defRPr>
            </a:lvl3pPr>
            <a:lvl4pPr lvl="3" rtl="0">
              <a:spcBef>
                <a:spcPts val="0"/>
              </a:spcBef>
              <a:spcAft>
                <a:spcPts val="0"/>
              </a:spcAft>
              <a:buClr>
                <a:schemeClr val="accent4"/>
              </a:buClr>
              <a:buSzPts val="1400"/>
              <a:buNone/>
              <a:defRPr>
                <a:solidFill>
                  <a:schemeClr val="accent4"/>
                </a:solidFill>
              </a:defRPr>
            </a:lvl4pPr>
            <a:lvl5pPr lvl="4" rtl="0">
              <a:spcBef>
                <a:spcPts val="0"/>
              </a:spcBef>
              <a:spcAft>
                <a:spcPts val="0"/>
              </a:spcAft>
              <a:buClr>
                <a:schemeClr val="accent4"/>
              </a:buClr>
              <a:buSzPts val="1400"/>
              <a:buNone/>
              <a:defRPr>
                <a:solidFill>
                  <a:schemeClr val="accent4"/>
                </a:solidFill>
              </a:defRPr>
            </a:lvl5pPr>
            <a:lvl6pPr lvl="5" rtl="0">
              <a:spcBef>
                <a:spcPts val="0"/>
              </a:spcBef>
              <a:spcAft>
                <a:spcPts val="0"/>
              </a:spcAft>
              <a:buClr>
                <a:schemeClr val="accent4"/>
              </a:buClr>
              <a:buSzPts val="1400"/>
              <a:buNone/>
              <a:defRPr>
                <a:solidFill>
                  <a:schemeClr val="accent4"/>
                </a:solidFill>
              </a:defRPr>
            </a:lvl6pPr>
            <a:lvl7pPr lvl="6" rtl="0">
              <a:spcBef>
                <a:spcPts val="0"/>
              </a:spcBef>
              <a:spcAft>
                <a:spcPts val="0"/>
              </a:spcAft>
              <a:buClr>
                <a:schemeClr val="accent4"/>
              </a:buClr>
              <a:buSzPts val="1400"/>
              <a:buNone/>
              <a:defRPr>
                <a:solidFill>
                  <a:schemeClr val="accent4"/>
                </a:solidFill>
              </a:defRPr>
            </a:lvl7pPr>
            <a:lvl8pPr lvl="7" rtl="0">
              <a:spcBef>
                <a:spcPts val="0"/>
              </a:spcBef>
              <a:spcAft>
                <a:spcPts val="0"/>
              </a:spcAft>
              <a:buClr>
                <a:schemeClr val="accent4"/>
              </a:buClr>
              <a:buSzPts val="1400"/>
              <a:buNone/>
              <a:defRPr>
                <a:solidFill>
                  <a:schemeClr val="accent4"/>
                </a:solidFill>
              </a:defRPr>
            </a:lvl8pPr>
            <a:lvl9pPr lvl="8" rtl="0">
              <a:spcBef>
                <a:spcPts val="0"/>
              </a:spcBef>
              <a:spcAft>
                <a:spcPts val="0"/>
              </a:spcAft>
              <a:buClr>
                <a:schemeClr val="accent4"/>
              </a:buClr>
              <a:buSzPts val="1400"/>
              <a:buNone/>
              <a:defRPr>
                <a:solidFill>
                  <a:schemeClr val="accent4"/>
                </a:solidFill>
              </a:defRPr>
            </a:lvl9pPr>
          </a:lstStyle>
          <a:p/>
        </p:txBody>
      </p:sp>
      <p:sp>
        <p:nvSpPr>
          <p:cNvPr id="971" name="Google Shape;971;p31"/>
          <p:cNvSpPr txBox="1"/>
          <p:nvPr>
            <p:ph idx="2" type="subTitle"/>
          </p:nvPr>
        </p:nvSpPr>
        <p:spPr>
          <a:xfrm>
            <a:off x="720725" y="1828800"/>
            <a:ext cx="3657600" cy="3002700"/>
          </a:xfrm>
          <a:prstGeom prst="rect">
            <a:avLst/>
          </a:prstGeom>
        </p:spPr>
        <p:txBody>
          <a:bodyPr anchorCtr="0" anchor="t" bIns="0" lIns="0" spcFirstLastPara="1" rIns="0" wrap="square" tIns="0">
            <a:noAutofit/>
          </a:bodyPr>
          <a:lstStyle>
            <a:lvl1pPr lvl="0" rtl="0">
              <a:spcBef>
                <a:spcPts val="0"/>
              </a:spcBef>
              <a:spcAft>
                <a:spcPts val="0"/>
              </a:spcAft>
              <a:buClr>
                <a:schemeClr val="accent4"/>
              </a:buClr>
              <a:buSzPts val="1800"/>
              <a:buChar char="●"/>
              <a:defRPr>
                <a:solidFill>
                  <a:schemeClr val="accent4"/>
                </a:solidFill>
              </a:defRPr>
            </a:lvl1pPr>
            <a:lvl2pPr lvl="1" rtl="0">
              <a:spcBef>
                <a:spcPts val="0"/>
              </a:spcBef>
              <a:spcAft>
                <a:spcPts val="0"/>
              </a:spcAft>
              <a:buSzPts val="1400"/>
              <a:buFont typeface="Lato"/>
              <a:buChar char="○"/>
              <a:defRPr>
                <a:latin typeface="Lato"/>
                <a:ea typeface="Lato"/>
                <a:cs typeface="Lato"/>
                <a:sym typeface="Lato"/>
              </a:defRPr>
            </a:lvl2pPr>
            <a:lvl3pPr lvl="2" rtl="0">
              <a:spcBef>
                <a:spcPts val="0"/>
              </a:spcBef>
              <a:spcAft>
                <a:spcPts val="0"/>
              </a:spcAft>
              <a:buSzPts val="1400"/>
              <a:buFont typeface="Lato"/>
              <a:buChar char="■"/>
              <a:defRPr>
                <a:latin typeface="Lato"/>
                <a:ea typeface="Lato"/>
                <a:cs typeface="Lato"/>
                <a:sym typeface="Lato"/>
              </a:defRPr>
            </a:lvl3pPr>
            <a:lvl4pPr lvl="3" rtl="0">
              <a:spcBef>
                <a:spcPts val="0"/>
              </a:spcBef>
              <a:spcAft>
                <a:spcPts val="0"/>
              </a:spcAft>
              <a:buSzPts val="1400"/>
              <a:buFont typeface="Lato"/>
              <a:buChar char="●"/>
              <a:defRPr>
                <a:latin typeface="Lato"/>
                <a:ea typeface="Lato"/>
                <a:cs typeface="Lato"/>
                <a:sym typeface="Lato"/>
              </a:defRPr>
            </a:lvl4pPr>
            <a:lvl5pPr lvl="4" rtl="0">
              <a:spcBef>
                <a:spcPts val="0"/>
              </a:spcBef>
              <a:spcAft>
                <a:spcPts val="0"/>
              </a:spcAft>
              <a:buSzPts val="1400"/>
              <a:buFont typeface="Lato"/>
              <a:buChar char="○"/>
              <a:defRPr>
                <a:latin typeface="Lato"/>
                <a:ea typeface="Lato"/>
                <a:cs typeface="Lato"/>
                <a:sym typeface="Lato"/>
              </a:defRPr>
            </a:lvl5pPr>
            <a:lvl6pPr lvl="5" rtl="0">
              <a:spcBef>
                <a:spcPts val="0"/>
              </a:spcBef>
              <a:spcAft>
                <a:spcPts val="0"/>
              </a:spcAft>
              <a:buSzPts val="1400"/>
              <a:buFont typeface="Lato"/>
              <a:buChar char="■"/>
              <a:defRPr>
                <a:latin typeface="Lato"/>
                <a:ea typeface="Lato"/>
                <a:cs typeface="Lato"/>
                <a:sym typeface="Lato"/>
              </a:defRPr>
            </a:lvl6pPr>
            <a:lvl7pPr lvl="6" rtl="0">
              <a:spcBef>
                <a:spcPts val="0"/>
              </a:spcBef>
              <a:spcAft>
                <a:spcPts val="0"/>
              </a:spcAft>
              <a:buSzPts val="1400"/>
              <a:buFont typeface="Lato"/>
              <a:buChar char="●"/>
              <a:defRPr>
                <a:latin typeface="Lato"/>
                <a:ea typeface="Lato"/>
                <a:cs typeface="Lato"/>
                <a:sym typeface="Lato"/>
              </a:defRPr>
            </a:lvl7pPr>
            <a:lvl8pPr lvl="7" rtl="0">
              <a:spcBef>
                <a:spcPts val="0"/>
              </a:spcBef>
              <a:spcAft>
                <a:spcPts val="0"/>
              </a:spcAft>
              <a:buSzPts val="1400"/>
              <a:buFont typeface="Lato"/>
              <a:buChar char="○"/>
              <a:defRPr>
                <a:latin typeface="Lato"/>
                <a:ea typeface="Lato"/>
                <a:cs typeface="Lato"/>
                <a:sym typeface="Lato"/>
              </a:defRPr>
            </a:lvl8pPr>
            <a:lvl9pPr lvl="8" rtl="0">
              <a:spcBef>
                <a:spcPts val="0"/>
              </a:spcBef>
              <a:spcAft>
                <a:spcPts val="0"/>
              </a:spcAft>
              <a:buSzPts val="1400"/>
              <a:buFont typeface="Lato"/>
              <a:buChar char="■"/>
              <a:defRPr>
                <a:latin typeface="Lato"/>
                <a:ea typeface="Lato"/>
                <a:cs typeface="Lato"/>
                <a:sym typeface="Lato"/>
              </a:defRPr>
            </a:lvl9pPr>
          </a:lstStyle>
          <a:p/>
        </p:txBody>
      </p:sp>
      <p:grpSp>
        <p:nvGrpSpPr>
          <p:cNvPr id="972" name="Google Shape;972;p31"/>
          <p:cNvGrpSpPr/>
          <p:nvPr/>
        </p:nvGrpSpPr>
        <p:grpSpPr>
          <a:xfrm flipH="1">
            <a:off x="7874700" y="2227186"/>
            <a:ext cx="1269297" cy="2393867"/>
            <a:chOff x="-93500" y="1849248"/>
            <a:chExt cx="1269297" cy="2393867"/>
          </a:xfrm>
        </p:grpSpPr>
        <p:sp>
          <p:nvSpPr>
            <p:cNvPr id="973" name="Google Shape;973;p31"/>
            <p:cNvSpPr/>
            <p:nvPr/>
          </p:nvSpPr>
          <p:spPr>
            <a:xfrm>
              <a:off x="-93500" y="1849248"/>
              <a:ext cx="1183896" cy="2369347"/>
            </a:xfrm>
            <a:custGeom>
              <a:rect b="b" l="l" r="r" t="t"/>
              <a:pathLst>
                <a:path extrusionOk="0" h="42768" w="21369">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1"/>
            <p:cNvSpPr/>
            <p:nvPr/>
          </p:nvSpPr>
          <p:spPr>
            <a:xfrm>
              <a:off x="-9816" y="1873768"/>
              <a:ext cx="1185614" cy="2369347"/>
            </a:xfrm>
            <a:custGeom>
              <a:rect b="b" l="l" r="r" t="t"/>
              <a:pathLst>
                <a:path extrusionOk="0" fill="none" h="42768" w="21400">
                  <a:moveTo>
                    <a:pt x="0" y="1"/>
                  </a:moveTo>
                  <a:lnTo>
                    <a:pt x="0" y="42767"/>
                  </a:lnTo>
                  <a:cubicBezTo>
                    <a:pt x="11824" y="42767"/>
                    <a:pt x="21399" y="33193"/>
                    <a:pt x="21399" y="21399"/>
                  </a:cubicBezTo>
                  <a:cubicBezTo>
                    <a:pt x="21399" y="9575"/>
                    <a:pt x="11824" y="1"/>
                    <a:pt x="0" y="1"/>
                  </a:cubicBezTo>
                  <a:close/>
                </a:path>
              </a:pathLst>
            </a:custGeom>
            <a:noFill/>
            <a:ln cap="flat" cmpd="sng" w="19000">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5" name="Google Shape;975;p31"/>
            <p:cNvGrpSpPr/>
            <p:nvPr/>
          </p:nvGrpSpPr>
          <p:grpSpPr>
            <a:xfrm>
              <a:off x="238719" y="2478666"/>
              <a:ext cx="589350" cy="1014019"/>
              <a:chOff x="832925" y="1132500"/>
              <a:chExt cx="376125" cy="647150"/>
            </a:xfrm>
          </p:grpSpPr>
          <p:sp>
            <p:nvSpPr>
              <p:cNvPr id="976" name="Google Shape;976;p31"/>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1"/>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1"/>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1"/>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1"/>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1"/>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1"/>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31"/>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1"/>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31"/>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86" name="Google Shape;986;p31"/>
          <p:cNvGrpSpPr/>
          <p:nvPr/>
        </p:nvGrpSpPr>
        <p:grpSpPr>
          <a:xfrm>
            <a:off x="720737" y="4386990"/>
            <a:ext cx="1366658" cy="212443"/>
            <a:chOff x="713225" y="4468250"/>
            <a:chExt cx="1036525" cy="161125"/>
          </a:xfrm>
        </p:grpSpPr>
        <p:sp>
          <p:nvSpPr>
            <p:cNvPr id="987" name="Google Shape;987;p31"/>
            <p:cNvSpPr/>
            <p:nvPr/>
          </p:nvSpPr>
          <p:spPr>
            <a:xfrm>
              <a:off x="16965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1"/>
            <p:cNvSpPr/>
            <p:nvPr/>
          </p:nvSpPr>
          <p:spPr>
            <a:xfrm>
              <a:off x="1565825" y="4576150"/>
              <a:ext cx="53225" cy="53225"/>
            </a:xfrm>
            <a:custGeom>
              <a:rect b="b" l="l" r="r" t="t"/>
              <a:pathLst>
                <a:path extrusionOk="0" h="2129" w="2129">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1"/>
            <p:cNvSpPr/>
            <p:nvPr/>
          </p:nvSpPr>
          <p:spPr>
            <a:xfrm>
              <a:off x="14070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1"/>
            <p:cNvSpPr/>
            <p:nvPr/>
          </p:nvSpPr>
          <p:spPr>
            <a:xfrm>
              <a:off x="12755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1"/>
            <p:cNvSpPr/>
            <p:nvPr/>
          </p:nvSpPr>
          <p:spPr>
            <a:xfrm>
              <a:off x="1126600" y="4576150"/>
              <a:ext cx="53225" cy="53225"/>
            </a:xfrm>
            <a:custGeom>
              <a:rect b="b" l="l" r="r" t="t"/>
              <a:pathLst>
                <a:path extrusionOk="0" h="2129" w="2129">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1"/>
            <p:cNvSpPr/>
            <p:nvPr/>
          </p:nvSpPr>
          <p:spPr>
            <a:xfrm>
              <a:off x="9959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1"/>
            <p:cNvSpPr/>
            <p:nvPr/>
          </p:nvSpPr>
          <p:spPr>
            <a:xfrm>
              <a:off x="8454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31"/>
            <p:cNvSpPr/>
            <p:nvPr/>
          </p:nvSpPr>
          <p:spPr>
            <a:xfrm>
              <a:off x="7132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1"/>
            <p:cNvSpPr/>
            <p:nvPr/>
          </p:nvSpPr>
          <p:spPr>
            <a:xfrm>
              <a:off x="16965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1"/>
            <p:cNvSpPr/>
            <p:nvPr/>
          </p:nvSpPr>
          <p:spPr>
            <a:xfrm>
              <a:off x="1565825" y="4468250"/>
              <a:ext cx="53225" cy="53225"/>
            </a:xfrm>
            <a:custGeom>
              <a:rect b="b" l="l" r="r" t="t"/>
              <a:pathLst>
                <a:path extrusionOk="0" h="2129" w="2129">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1"/>
            <p:cNvSpPr/>
            <p:nvPr/>
          </p:nvSpPr>
          <p:spPr>
            <a:xfrm>
              <a:off x="14070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31"/>
            <p:cNvSpPr/>
            <p:nvPr/>
          </p:nvSpPr>
          <p:spPr>
            <a:xfrm>
              <a:off x="12755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1"/>
            <p:cNvSpPr/>
            <p:nvPr/>
          </p:nvSpPr>
          <p:spPr>
            <a:xfrm>
              <a:off x="1126600" y="4468250"/>
              <a:ext cx="53225" cy="53225"/>
            </a:xfrm>
            <a:custGeom>
              <a:rect b="b" l="l" r="r" t="t"/>
              <a:pathLst>
                <a:path extrusionOk="0" h="2129" w="2129">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31"/>
            <p:cNvSpPr/>
            <p:nvPr/>
          </p:nvSpPr>
          <p:spPr>
            <a:xfrm>
              <a:off x="9959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1"/>
            <p:cNvSpPr/>
            <p:nvPr/>
          </p:nvSpPr>
          <p:spPr>
            <a:xfrm>
              <a:off x="8454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1"/>
            <p:cNvSpPr/>
            <p:nvPr/>
          </p:nvSpPr>
          <p:spPr>
            <a:xfrm>
              <a:off x="7132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17">
    <p:bg>
      <p:bgPr>
        <a:solidFill>
          <a:schemeClr val="accent1"/>
        </a:solidFill>
      </p:bgPr>
    </p:bg>
    <p:spTree>
      <p:nvGrpSpPr>
        <p:cNvPr id="1003" name="Shape 1003"/>
        <p:cNvGrpSpPr/>
        <p:nvPr/>
      </p:nvGrpSpPr>
      <p:grpSpPr>
        <a:xfrm>
          <a:off x="0" y="0"/>
          <a:ext cx="0" cy="0"/>
          <a:chOff x="0" y="0"/>
          <a:chExt cx="0" cy="0"/>
        </a:xfrm>
      </p:grpSpPr>
      <p:sp>
        <p:nvSpPr>
          <p:cNvPr id="1004" name="Google Shape;1004;p32"/>
          <p:cNvSpPr txBox="1"/>
          <p:nvPr>
            <p:ph type="title"/>
          </p:nvPr>
        </p:nvSpPr>
        <p:spPr>
          <a:xfrm>
            <a:off x="689100" y="457200"/>
            <a:ext cx="7741800" cy="640200"/>
          </a:xfrm>
          <a:prstGeom prst="rect">
            <a:avLst/>
          </a:prstGeom>
        </p:spPr>
        <p:txBody>
          <a:bodyPr anchorCtr="0" anchor="t" bIns="0" lIns="0" spcFirstLastPara="1" rIns="0" wrap="square" tIns="0">
            <a:noAutofit/>
          </a:bodyPr>
          <a:lstStyle>
            <a:lvl1pPr lvl="0" rtl="0" algn="ctr">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05" name="Google Shape;1005;p32"/>
          <p:cNvGrpSpPr/>
          <p:nvPr/>
        </p:nvGrpSpPr>
        <p:grpSpPr>
          <a:xfrm>
            <a:off x="-321650" y="4208650"/>
            <a:ext cx="1034975" cy="380725"/>
            <a:chOff x="713225" y="4249875"/>
            <a:chExt cx="1034975" cy="380725"/>
          </a:xfrm>
        </p:grpSpPr>
        <p:grpSp>
          <p:nvGrpSpPr>
            <p:cNvPr id="1006" name="Google Shape;1006;p32"/>
            <p:cNvGrpSpPr/>
            <p:nvPr/>
          </p:nvGrpSpPr>
          <p:grpSpPr>
            <a:xfrm>
              <a:off x="713225" y="4577400"/>
              <a:ext cx="1034975" cy="53200"/>
              <a:chOff x="713225" y="4577400"/>
              <a:chExt cx="1034975" cy="53200"/>
            </a:xfrm>
          </p:grpSpPr>
          <p:sp>
            <p:nvSpPr>
              <p:cNvPr id="1007" name="Google Shape;1007;p32"/>
              <p:cNvSpPr/>
              <p:nvPr/>
            </p:nvSpPr>
            <p:spPr>
              <a:xfrm>
                <a:off x="1695000" y="4577400"/>
                <a:ext cx="53200" cy="53200"/>
              </a:xfrm>
              <a:custGeom>
                <a:rect b="b" l="l" r="r" t="t"/>
                <a:pathLst>
                  <a:path extrusionOk="0" h="2128" w="2128">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2"/>
              <p:cNvSpPr/>
              <p:nvPr/>
            </p:nvSpPr>
            <p:spPr>
              <a:xfrm>
                <a:off x="1564300"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32"/>
              <p:cNvSpPr/>
              <p:nvPr/>
            </p:nvSpPr>
            <p:spPr>
              <a:xfrm>
                <a:off x="1406225" y="4577400"/>
                <a:ext cx="53225" cy="53200"/>
              </a:xfrm>
              <a:custGeom>
                <a:rect b="b" l="l" r="r" t="t"/>
                <a:pathLst>
                  <a:path extrusionOk="0" h="2128" w="2129">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32"/>
              <p:cNvSpPr/>
              <p:nvPr/>
            </p:nvSpPr>
            <p:spPr>
              <a:xfrm>
                <a:off x="12747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2"/>
              <p:cNvSpPr/>
              <p:nvPr/>
            </p:nvSpPr>
            <p:spPr>
              <a:xfrm>
                <a:off x="1126600" y="4577400"/>
                <a:ext cx="52450" cy="53200"/>
              </a:xfrm>
              <a:custGeom>
                <a:rect b="b" l="l" r="r" t="t"/>
                <a:pathLst>
                  <a:path extrusionOk="0" h="2128" w="2098">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2"/>
              <p:cNvSpPr/>
              <p:nvPr/>
            </p:nvSpPr>
            <p:spPr>
              <a:xfrm>
                <a:off x="9943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2"/>
              <p:cNvSpPr/>
              <p:nvPr/>
            </p:nvSpPr>
            <p:spPr>
              <a:xfrm>
                <a:off x="843925" y="4577400"/>
                <a:ext cx="53200" cy="53200"/>
              </a:xfrm>
              <a:custGeom>
                <a:rect b="b" l="l" r="r" t="t"/>
                <a:pathLst>
                  <a:path extrusionOk="0" h="2128" w="2128">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2"/>
              <p:cNvSpPr/>
              <p:nvPr/>
            </p:nvSpPr>
            <p:spPr>
              <a:xfrm>
                <a:off x="713225"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5" name="Google Shape;1015;p32"/>
            <p:cNvGrpSpPr/>
            <p:nvPr/>
          </p:nvGrpSpPr>
          <p:grpSpPr>
            <a:xfrm>
              <a:off x="713225" y="4468725"/>
              <a:ext cx="1034975" cy="53225"/>
              <a:chOff x="713225" y="4468725"/>
              <a:chExt cx="1034975" cy="53225"/>
            </a:xfrm>
          </p:grpSpPr>
          <p:sp>
            <p:nvSpPr>
              <p:cNvPr id="1016" name="Google Shape;1016;p32"/>
              <p:cNvSpPr/>
              <p:nvPr/>
            </p:nvSpPr>
            <p:spPr>
              <a:xfrm>
                <a:off x="1695000" y="4468725"/>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2"/>
              <p:cNvSpPr/>
              <p:nvPr/>
            </p:nvSpPr>
            <p:spPr>
              <a:xfrm>
                <a:off x="1564300"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2"/>
              <p:cNvSpPr/>
              <p:nvPr/>
            </p:nvSpPr>
            <p:spPr>
              <a:xfrm>
                <a:off x="1406225" y="4468725"/>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2"/>
              <p:cNvSpPr/>
              <p:nvPr/>
            </p:nvSpPr>
            <p:spPr>
              <a:xfrm>
                <a:off x="12747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2"/>
              <p:cNvSpPr/>
              <p:nvPr/>
            </p:nvSpPr>
            <p:spPr>
              <a:xfrm>
                <a:off x="1126600" y="4468725"/>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2"/>
              <p:cNvSpPr/>
              <p:nvPr/>
            </p:nvSpPr>
            <p:spPr>
              <a:xfrm>
                <a:off x="9943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2"/>
              <p:cNvSpPr/>
              <p:nvPr/>
            </p:nvSpPr>
            <p:spPr>
              <a:xfrm>
                <a:off x="843925" y="4468725"/>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2"/>
              <p:cNvSpPr/>
              <p:nvPr/>
            </p:nvSpPr>
            <p:spPr>
              <a:xfrm>
                <a:off x="713225"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4" name="Google Shape;1024;p32"/>
            <p:cNvGrpSpPr/>
            <p:nvPr/>
          </p:nvGrpSpPr>
          <p:grpSpPr>
            <a:xfrm>
              <a:off x="713225" y="4359300"/>
              <a:ext cx="1034975" cy="53225"/>
              <a:chOff x="713225" y="4359300"/>
              <a:chExt cx="1034975" cy="53225"/>
            </a:xfrm>
          </p:grpSpPr>
          <p:sp>
            <p:nvSpPr>
              <p:cNvPr id="1025" name="Google Shape;1025;p32"/>
              <p:cNvSpPr/>
              <p:nvPr/>
            </p:nvSpPr>
            <p:spPr>
              <a:xfrm>
                <a:off x="1695000" y="4359300"/>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2"/>
              <p:cNvSpPr/>
              <p:nvPr/>
            </p:nvSpPr>
            <p:spPr>
              <a:xfrm>
                <a:off x="1564300"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2"/>
              <p:cNvSpPr/>
              <p:nvPr/>
            </p:nvSpPr>
            <p:spPr>
              <a:xfrm>
                <a:off x="1406225" y="4359300"/>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2"/>
              <p:cNvSpPr/>
              <p:nvPr/>
            </p:nvSpPr>
            <p:spPr>
              <a:xfrm>
                <a:off x="12747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2"/>
              <p:cNvSpPr/>
              <p:nvPr/>
            </p:nvSpPr>
            <p:spPr>
              <a:xfrm>
                <a:off x="1126600" y="4359300"/>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2"/>
              <p:cNvSpPr/>
              <p:nvPr/>
            </p:nvSpPr>
            <p:spPr>
              <a:xfrm>
                <a:off x="9943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2"/>
              <p:cNvSpPr/>
              <p:nvPr/>
            </p:nvSpPr>
            <p:spPr>
              <a:xfrm>
                <a:off x="843925" y="4359300"/>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2"/>
              <p:cNvSpPr/>
              <p:nvPr/>
            </p:nvSpPr>
            <p:spPr>
              <a:xfrm>
                <a:off x="713225"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3" name="Google Shape;1033;p32"/>
            <p:cNvGrpSpPr/>
            <p:nvPr/>
          </p:nvGrpSpPr>
          <p:grpSpPr>
            <a:xfrm>
              <a:off x="713225" y="4249875"/>
              <a:ext cx="1034975" cy="53225"/>
              <a:chOff x="713225" y="4249875"/>
              <a:chExt cx="1034975" cy="53225"/>
            </a:xfrm>
          </p:grpSpPr>
          <p:sp>
            <p:nvSpPr>
              <p:cNvPr id="1034" name="Google Shape;1034;p32"/>
              <p:cNvSpPr/>
              <p:nvPr/>
            </p:nvSpPr>
            <p:spPr>
              <a:xfrm>
                <a:off x="1695000" y="4249875"/>
                <a:ext cx="53200" cy="53225"/>
              </a:xfrm>
              <a:custGeom>
                <a:rect b="b" l="l" r="r" t="t"/>
                <a:pathLst>
                  <a:path extrusionOk="0" h="2129" w="2128">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2"/>
              <p:cNvSpPr/>
              <p:nvPr/>
            </p:nvSpPr>
            <p:spPr>
              <a:xfrm>
                <a:off x="1564300"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2"/>
              <p:cNvSpPr/>
              <p:nvPr/>
            </p:nvSpPr>
            <p:spPr>
              <a:xfrm>
                <a:off x="1406225" y="4249875"/>
                <a:ext cx="53225" cy="53225"/>
              </a:xfrm>
              <a:custGeom>
                <a:rect b="b" l="l" r="r" t="t"/>
                <a:pathLst>
                  <a:path extrusionOk="0" h="2129" w="2129">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2"/>
              <p:cNvSpPr/>
              <p:nvPr/>
            </p:nvSpPr>
            <p:spPr>
              <a:xfrm>
                <a:off x="12747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2"/>
              <p:cNvSpPr/>
              <p:nvPr/>
            </p:nvSpPr>
            <p:spPr>
              <a:xfrm>
                <a:off x="1126600" y="4249875"/>
                <a:ext cx="52450" cy="53225"/>
              </a:xfrm>
              <a:custGeom>
                <a:rect b="b" l="l" r="r" t="t"/>
                <a:pathLst>
                  <a:path extrusionOk="0" h="2129" w="2098">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2"/>
              <p:cNvSpPr/>
              <p:nvPr/>
            </p:nvSpPr>
            <p:spPr>
              <a:xfrm>
                <a:off x="9943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2"/>
              <p:cNvSpPr/>
              <p:nvPr/>
            </p:nvSpPr>
            <p:spPr>
              <a:xfrm>
                <a:off x="843925" y="4249875"/>
                <a:ext cx="53200" cy="53225"/>
              </a:xfrm>
              <a:custGeom>
                <a:rect b="b" l="l" r="r" t="t"/>
                <a:pathLst>
                  <a:path extrusionOk="0" h="2129" w="2128">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2"/>
              <p:cNvSpPr/>
              <p:nvPr/>
            </p:nvSpPr>
            <p:spPr>
              <a:xfrm>
                <a:off x="713225"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42" name="Google Shape;1042;p32"/>
          <p:cNvGrpSpPr/>
          <p:nvPr/>
        </p:nvGrpSpPr>
        <p:grpSpPr>
          <a:xfrm>
            <a:off x="8430775" y="539500"/>
            <a:ext cx="1034975" cy="380725"/>
            <a:chOff x="713225" y="4249875"/>
            <a:chExt cx="1034975" cy="380725"/>
          </a:xfrm>
        </p:grpSpPr>
        <p:grpSp>
          <p:nvGrpSpPr>
            <p:cNvPr id="1043" name="Google Shape;1043;p32"/>
            <p:cNvGrpSpPr/>
            <p:nvPr/>
          </p:nvGrpSpPr>
          <p:grpSpPr>
            <a:xfrm>
              <a:off x="713225" y="4577400"/>
              <a:ext cx="1034975" cy="53200"/>
              <a:chOff x="713225" y="4577400"/>
              <a:chExt cx="1034975" cy="53200"/>
            </a:xfrm>
          </p:grpSpPr>
          <p:sp>
            <p:nvSpPr>
              <p:cNvPr id="1044" name="Google Shape;1044;p32"/>
              <p:cNvSpPr/>
              <p:nvPr/>
            </p:nvSpPr>
            <p:spPr>
              <a:xfrm>
                <a:off x="1695000" y="4577400"/>
                <a:ext cx="53200" cy="53200"/>
              </a:xfrm>
              <a:custGeom>
                <a:rect b="b" l="l" r="r" t="t"/>
                <a:pathLst>
                  <a:path extrusionOk="0" h="2128" w="2128">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32"/>
              <p:cNvSpPr/>
              <p:nvPr/>
            </p:nvSpPr>
            <p:spPr>
              <a:xfrm>
                <a:off x="1564300"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2"/>
              <p:cNvSpPr/>
              <p:nvPr/>
            </p:nvSpPr>
            <p:spPr>
              <a:xfrm>
                <a:off x="1406225" y="4577400"/>
                <a:ext cx="53225" cy="53200"/>
              </a:xfrm>
              <a:custGeom>
                <a:rect b="b" l="l" r="r" t="t"/>
                <a:pathLst>
                  <a:path extrusionOk="0" h="2128" w="2129">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2"/>
              <p:cNvSpPr/>
              <p:nvPr/>
            </p:nvSpPr>
            <p:spPr>
              <a:xfrm>
                <a:off x="12747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2"/>
              <p:cNvSpPr/>
              <p:nvPr/>
            </p:nvSpPr>
            <p:spPr>
              <a:xfrm>
                <a:off x="1126600" y="4577400"/>
                <a:ext cx="52450" cy="53200"/>
              </a:xfrm>
              <a:custGeom>
                <a:rect b="b" l="l" r="r" t="t"/>
                <a:pathLst>
                  <a:path extrusionOk="0" h="2128" w="2098">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2"/>
              <p:cNvSpPr/>
              <p:nvPr/>
            </p:nvSpPr>
            <p:spPr>
              <a:xfrm>
                <a:off x="994375" y="4577400"/>
                <a:ext cx="53225" cy="53200"/>
              </a:xfrm>
              <a:custGeom>
                <a:rect b="b" l="l" r="r" t="t"/>
                <a:pathLst>
                  <a:path extrusionOk="0" h="2128" w="2129">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2"/>
              <p:cNvSpPr/>
              <p:nvPr/>
            </p:nvSpPr>
            <p:spPr>
              <a:xfrm>
                <a:off x="843925" y="4577400"/>
                <a:ext cx="53200" cy="53200"/>
              </a:xfrm>
              <a:custGeom>
                <a:rect b="b" l="l" r="r" t="t"/>
                <a:pathLst>
                  <a:path extrusionOk="0" h="2128" w="2128">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2"/>
              <p:cNvSpPr/>
              <p:nvPr/>
            </p:nvSpPr>
            <p:spPr>
              <a:xfrm>
                <a:off x="713225" y="4577400"/>
                <a:ext cx="53200" cy="53200"/>
              </a:xfrm>
              <a:custGeom>
                <a:rect b="b" l="l" r="r" t="t"/>
                <a:pathLst>
                  <a:path extrusionOk="0" h="2128" w="2128">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2" name="Google Shape;1052;p32"/>
            <p:cNvGrpSpPr/>
            <p:nvPr/>
          </p:nvGrpSpPr>
          <p:grpSpPr>
            <a:xfrm>
              <a:off x="713225" y="4468725"/>
              <a:ext cx="1034975" cy="53225"/>
              <a:chOff x="713225" y="4468725"/>
              <a:chExt cx="1034975" cy="53225"/>
            </a:xfrm>
          </p:grpSpPr>
          <p:sp>
            <p:nvSpPr>
              <p:cNvPr id="1053" name="Google Shape;1053;p32"/>
              <p:cNvSpPr/>
              <p:nvPr/>
            </p:nvSpPr>
            <p:spPr>
              <a:xfrm>
                <a:off x="1695000" y="4468725"/>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2"/>
              <p:cNvSpPr/>
              <p:nvPr/>
            </p:nvSpPr>
            <p:spPr>
              <a:xfrm>
                <a:off x="1564300"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2"/>
              <p:cNvSpPr/>
              <p:nvPr/>
            </p:nvSpPr>
            <p:spPr>
              <a:xfrm>
                <a:off x="1406225" y="4468725"/>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2"/>
              <p:cNvSpPr/>
              <p:nvPr/>
            </p:nvSpPr>
            <p:spPr>
              <a:xfrm>
                <a:off x="12747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2"/>
              <p:cNvSpPr/>
              <p:nvPr/>
            </p:nvSpPr>
            <p:spPr>
              <a:xfrm>
                <a:off x="1126600" y="4468725"/>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2"/>
              <p:cNvSpPr/>
              <p:nvPr/>
            </p:nvSpPr>
            <p:spPr>
              <a:xfrm>
                <a:off x="994375" y="4468725"/>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2"/>
              <p:cNvSpPr/>
              <p:nvPr/>
            </p:nvSpPr>
            <p:spPr>
              <a:xfrm>
                <a:off x="843925" y="4468725"/>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2"/>
              <p:cNvSpPr/>
              <p:nvPr/>
            </p:nvSpPr>
            <p:spPr>
              <a:xfrm>
                <a:off x="713225" y="4468725"/>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1" name="Google Shape;1061;p32"/>
            <p:cNvGrpSpPr/>
            <p:nvPr/>
          </p:nvGrpSpPr>
          <p:grpSpPr>
            <a:xfrm>
              <a:off x="713225" y="4359300"/>
              <a:ext cx="1034975" cy="53225"/>
              <a:chOff x="713225" y="4359300"/>
              <a:chExt cx="1034975" cy="53225"/>
            </a:xfrm>
          </p:grpSpPr>
          <p:sp>
            <p:nvSpPr>
              <p:cNvPr id="1062" name="Google Shape;1062;p32"/>
              <p:cNvSpPr/>
              <p:nvPr/>
            </p:nvSpPr>
            <p:spPr>
              <a:xfrm>
                <a:off x="1695000" y="4359300"/>
                <a:ext cx="53200" cy="53225"/>
              </a:xfrm>
              <a:custGeom>
                <a:rect b="b" l="l" r="r" t="t"/>
                <a:pathLst>
                  <a:path extrusionOk="0" h="2129" w="2128">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2"/>
              <p:cNvSpPr/>
              <p:nvPr/>
            </p:nvSpPr>
            <p:spPr>
              <a:xfrm>
                <a:off x="1564300"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2"/>
              <p:cNvSpPr/>
              <p:nvPr/>
            </p:nvSpPr>
            <p:spPr>
              <a:xfrm>
                <a:off x="1406225" y="4359300"/>
                <a:ext cx="53225" cy="53225"/>
              </a:xfrm>
              <a:custGeom>
                <a:rect b="b" l="l" r="r" t="t"/>
                <a:pathLst>
                  <a:path extrusionOk="0" h="2129" w="2129">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2"/>
              <p:cNvSpPr/>
              <p:nvPr/>
            </p:nvSpPr>
            <p:spPr>
              <a:xfrm>
                <a:off x="12747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2"/>
              <p:cNvSpPr/>
              <p:nvPr/>
            </p:nvSpPr>
            <p:spPr>
              <a:xfrm>
                <a:off x="1126600" y="4359300"/>
                <a:ext cx="52450" cy="53225"/>
              </a:xfrm>
              <a:custGeom>
                <a:rect b="b" l="l" r="r" t="t"/>
                <a:pathLst>
                  <a:path extrusionOk="0" h="2129" w="2098">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2"/>
              <p:cNvSpPr/>
              <p:nvPr/>
            </p:nvSpPr>
            <p:spPr>
              <a:xfrm>
                <a:off x="994375" y="4359300"/>
                <a:ext cx="53225" cy="53225"/>
              </a:xfrm>
              <a:custGeom>
                <a:rect b="b" l="l" r="r" t="t"/>
                <a:pathLst>
                  <a:path extrusionOk="0" h="2129" w="2129">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2"/>
              <p:cNvSpPr/>
              <p:nvPr/>
            </p:nvSpPr>
            <p:spPr>
              <a:xfrm>
                <a:off x="843925" y="4359300"/>
                <a:ext cx="53200" cy="53225"/>
              </a:xfrm>
              <a:custGeom>
                <a:rect b="b" l="l" r="r" t="t"/>
                <a:pathLst>
                  <a:path extrusionOk="0" h="2129" w="2128">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2"/>
              <p:cNvSpPr/>
              <p:nvPr/>
            </p:nvSpPr>
            <p:spPr>
              <a:xfrm>
                <a:off x="713225" y="4359300"/>
                <a:ext cx="53200" cy="53225"/>
              </a:xfrm>
              <a:custGeom>
                <a:rect b="b" l="l" r="r" t="t"/>
                <a:pathLst>
                  <a:path extrusionOk="0" h="2129" w="2128">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0" name="Google Shape;1070;p32"/>
            <p:cNvGrpSpPr/>
            <p:nvPr/>
          </p:nvGrpSpPr>
          <p:grpSpPr>
            <a:xfrm>
              <a:off x="713225" y="4249875"/>
              <a:ext cx="1034975" cy="53225"/>
              <a:chOff x="713225" y="4249875"/>
              <a:chExt cx="1034975" cy="53225"/>
            </a:xfrm>
          </p:grpSpPr>
          <p:sp>
            <p:nvSpPr>
              <p:cNvPr id="1071" name="Google Shape;1071;p32"/>
              <p:cNvSpPr/>
              <p:nvPr/>
            </p:nvSpPr>
            <p:spPr>
              <a:xfrm>
                <a:off x="1695000" y="4249875"/>
                <a:ext cx="53200" cy="53225"/>
              </a:xfrm>
              <a:custGeom>
                <a:rect b="b" l="l" r="r" t="t"/>
                <a:pathLst>
                  <a:path extrusionOk="0" h="2129" w="2128">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2"/>
              <p:cNvSpPr/>
              <p:nvPr/>
            </p:nvSpPr>
            <p:spPr>
              <a:xfrm>
                <a:off x="1564300"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2"/>
              <p:cNvSpPr/>
              <p:nvPr/>
            </p:nvSpPr>
            <p:spPr>
              <a:xfrm>
                <a:off x="1406225" y="4249875"/>
                <a:ext cx="53225" cy="53225"/>
              </a:xfrm>
              <a:custGeom>
                <a:rect b="b" l="l" r="r" t="t"/>
                <a:pathLst>
                  <a:path extrusionOk="0" h="2129" w="2129">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2"/>
              <p:cNvSpPr/>
              <p:nvPr/>
            </p:nvSpPr>
            <p:spPr>
              <a:xfrm>
                <a:off x="12747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2"/>
              <p:cNvSpPr/>
              <p:nvPr/>
            </p:nvSpPr>
            <p:spPr>
              <a:xfrm>
                <a:off x="1126600" y="4249875"/>
                <a:ext cx="52450" cy="53225"/>
              </a:xfrm>
              <a:custGeom>
                <a:rect b="b" l="l" r="r" t="t"/>
                <a:pathLst>
                  <a:path extrusionOk="0" h="2129" w="2098">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2"/>
              <p:cNvSpPr/>
              <p:nvPr/>
            </p:nvSpPr>
            <p:spPr>
              <a:xfrm>
                <a:off x="994375" y="4249875"/>
                <a:ext cx="53225" cy="53225"/>
              </a:xfrm>
              <a:custGeom>
                <a:rect b="b" l="l" r="r" t="t"/>
                <a:pathLst>
                  <a:path extrusionOk="0" h="2129" w="2129">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2"/>
              <p:cNvSpPr/>
              <p:nvPr/>
            </p:nvSpPr>
            <p:spPr>
              <a:xfrm>
                <a:off x="843925" y="4249875"/>
                <a:ext cx="53200" cy="53225"/>
              </a:xfrm>
              <a:custGeom>
                <a:rect b="b" l="l" r="r" t="t"/>
                <a:pathLst>
                  <a:path extrusionOk="0" h="2129" w="2128">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2"/>
              <p:cNvSpPr/>
              <p:nvPr/>
            </p:nvSpPr>
            <p:spPr>
              <a:xfrm>
                <a:off x="713225" y="4249875"/>
                <a:ext cx="53200" cy="53225"/>
              </a:xfrm>
              <a:custGeom>
                <a:rect b="b" l="l" r="r" t="t"/>
                <a:pathLst>
                  <a:path extrusionOk="0" h="2129" w="2128">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CUSTOM_18">
    <p:bg>
      <p:bgPr>
        <a:solidFill>
          <a:schemeClr val="accent1"/>
        </a:solidFill>
      </p:bgPr>
    </p:bg>
    <p:spTree>
      <p:nvGrpSpPr>
        <p:cNvPr id="1079" name="Shape 1079"/>
        <p:cNvGrpSpPr/>
        <p:nvPr/>
      </p:nvGrpSpPr>
      <p:grpSpPr>
        <a:xfrm>
          <a:off x="0" y="0"/>
          <a:ext cx="0" cy="0"/>
          <a:chOff x="0" y="0"/>
          <a:chExt cx="0" cy="0"/>
        </a:xfrm>
      </p:grpSpPr>
      <p:grpSp>
        <p:nvGrpSpPr>
          <p:cNvPr id="1080" name="Google Shape;1080;p33"/>
          <p:cNvGrpSpPr/>
          <p:nvPr/>
        </p:nvGrpSpPr>
        <p:grpSpPr>
          <a:xfrm>
            <a:off x="7898919" y="548641"/>
            <a:ext cx="531845" cy="538387"/>
            <a:chOff x="418544" y="539491"/>
            <a:chExt cx="531845" cy="538387"/>
          </a:xfrm>
        </p:grpSpPr>
        <p:sp>
          <p:nvSpPr>
            <p:cNvPr id="1081" name="Google Shape;1081;p33"/>
            <p:cNvSpPr/>
            <p:nvPr/>
          </p:nvSpPr>
          <p:spPr>
            <a:xfrm>
              <a:off x="418544" y="904069"/>
              <a:ext cx="172516" cy="173808"/>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3"/>
            <p:cNvSpPr/>
            <p:nvPr/>
          </p:nvSpPr>
          <p:spPr>
            <a:xfrm>
              <a:off x="839296" y="539491"/>
              <a:ext cx="26167" cy="86258"/>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3"/>
            <p:cNvSpPr/>
            <p:nvPr/>
          </p:nvSpPr>
          <p:spPr>
            <a:xfrm>
              <a:off x="839296" y="644003"/>
              <a:ext cx="26167" cy="86297"/>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3"/>
            <p:cNvSpPr/>
            <p:nvPr/>
          </p:nvSpPr>
          <p:spPr>
            <a:xfrm>
              <a:off x="870634" y="620500"/>
              <a:ext cx="79755" cy="26167"/>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3"/>
            <p:cNvSpPr/>
            <p:nvPr/>
          </p:nvSpPr>
          <p:spPr>
            <a:xfrm>
              <a:off x="756955" y="622684"/>
              <a:ext cx="79755" cy="26167"/>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6" name="Google Shape;1086;p33"/>
          <p:cNvSpPr txBox="1"/>
          <p:nvPr>
            <p:ph type="title"/>
          </p:nvPr>
        </p:nvSpPr>
        <p:spPr>
          <a:xfrm>
            <a:off x="689100" y="457200"/>
            <a:ext cx="7741800" cy="640200"/>
          </a:xfrm>
          <a:prstGeom prst="rect">
            <a:avLst/>
          </a:prstGeom>
        </p:spPr>
        <p:txBody>
          <a:bodyPr anchorCtr="0" anchor="t" bIns="0" lIns="0" spcFirstLastPara="1" rIns="0" wrap="square" tIns="0">
            <a:noAutofit/>
          </a:bodyPr>
          <a:lstStyle>
            <a:lvl1pPr lvl="0" rtl="0" algn="ctr">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87" name="Google Shape;1087;p33"/>
          <p:cNvGrpSpPr/>
          <p:nvPr/>
        </p:nvGrpSpPr>
        <p:grpSpPr>
          <a:xfrm flipH="1">
            <a:off x="713219" y="548641"/>
            <a:ext cx="531845" cy="538387"/>
            <a:chOff x="418544" y="539491"/>
            <a:chExt cx="531845" cy="538387"/>
          </a:xfrm>
        </p:grpSpPr>
        <p:sp>
          <p:nvSpPr>
            <p:cNvPr id="1088" name="Google Shape;1088;p33"/>
            <p:cNvSpPr/>
            <p:nvPr/>
          </p:nvSpPr>
          <p:spPr>
            <a:xfrm>
              <a:off x="418544" y="904069"/>
              <a:ext cx="172516" cy="173808"/>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33"/>
            <p:cNvSpPr/>
            <p:nvPr/>
          </p:nvSpPr>
          <p:spPr>
            <a:xfrm>
              <a:off x="839296" y="539491"/>
              <a:ext cx="26167" cy="86258"/>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3"/>
            <p:cNvSpPr/>
            <p:nvPr/>
          </p:nvSpPr>
          <p:spPr>
            <a:xfrm>
              <a:off x="839296" y="644003"/>
              <a:ext cx="26167" cy="86297"/>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33"/>
            <p:cNvSpPr/>
            <p:nvPr/>
          </p:nvSpPr>
          <p:spPr>
            <a:xfrm>
              <a:off x="870634" y="620500"/>
              <a:ext cx="79755" cy="26167"/>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33"/>
            <p:cNvSpPr/>
            <p:nvPr/>
          </p:nvSpPr>
          <p:spPr>
            <a:xfrm>
              <a:off x="756955" y="622684"/>
              <a:ext cx="79755" cy="26167"/>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1093" name="Shape 1093"/>
        <p:cNvGrpSpPr/>
        <p:nvPr/>
      </p:nvGrpSpPr>
      <p:grpSpPr>
        <a:xfrm>
          <a:off x="0" y="0"/>
          <a:ext cx="0" cy="0"/>
          <a:chOff x="0" y="0"/>
          <a:chExt cx="0" cy="0"/>
        </a:xfrm>
      </p:grpSpPr>
      <p:sp>
        <p:nvSpPr>
          <p:cNvPr id="1094" name="Google Shape;1094;p34"/>
          <p:cNvSpPr/>
          <p:nvPr/>
        </p:nvSpPr>
        <p:spPr>
          <a:xfrm>
            <a:off x="0" y="2823824"/>
            <a:ext cx="1235502" cy="2472739"/>
          </a:xfrm>
          <a:custGeom>
            <a:rect b="b" l="l" r="r" t="t"/>
            <a:pathLst>
              <a:path extrusionOk="0" h="42768" w="21369">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4"/>
          <p:cNvSpPr/>
          <p:nvPr/>
        </p:nvSpPr>
        <p:spPr>
          <a:xfrm>
            <a:off x="265382" y="2823824"/>
            <a:ext cx="1237295" cy="2472739"/>
          </a:xfrm>
          <a:custGeom>
            <a:rect b="b" l="l" r="r" t="t"/>
            <a:pathLst>
              <a:path extrusionOk="0" fill="none" h="42768" w="21400">
                <a:moveTo>
                  <a:pt x="0" y="1"/>
                </a:moveTo>
                <a:lnTo>
                  <a:pt x="0" y="42767"/>
                </a:lnTo>
                <a:cubicBezTo>
                  <a:pt x="11824" y="42767"/>
                  <a:pt x="21399" y="33193"/>
                  <a:pt x="21399" y="21399"/>
                </a:cubicBezTo>
                <a:cubicBezTo>
                  <a:pt x="21399" y="9575"/>
                  <a:pt x="11824" y="1"/>
                  <a:pt x="0" y="1"/>
                </a:cubicBezTo>
                <a:close/>
              </a:path>
            </a:pathLst>
          </a:custGeom>
          <a:noFill/>
          <a:ln cap="flat" cmpd="sng" w="1900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6" name="Google Shape;1096;p34"/>
          <p:cNvGrpSpPr/>
          <p:nvPr/>
        </p:nvGrpSpPr>
        <p:grpSpPr>
          <a:xfrm>
            <a:off x="940387" y="4041590"/>
            <a:ext cx="1366658" cy="212443"/>
            <a:chOff x="713225" y="4468250"/>
            <a:chExt cx="1036525" cy="161125"/>
          </a:xfrm>
        </p:grpSpPr>
        <p:sp>
          <p:nvSpPr>
            <p:cNvPr id="1097" name="Google Shape;1097;p34"/>
            <p:cNvSpPr/>
            <p:nvPr/>
          </p:nvSpPr>
          <p:spPr>
            <a:xfrm>
              <a:off x="16965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4"/>
            <p:cNvSpPr/>
            <p:nvPr/>
          </p:nvSpPr>
          <p:spPr>
            <a:xfrm>
              <a:off x="1565825" y="4576150"/>
              <a:ext cx="53225" cy="53225"/>
            </a:xfrm>
            <a:custGeom>
              <a:rect b="b" l="l" r="r" t="t"/>
              <a:pathLst>
                <a:path extrusionOk="0" h="2129" w="2129">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4"/>
            <p:cNvSpPr/>
            <p:nvPr/>
          </p:nvSpPr>
          <p:spPr>
            <a:xfrm>
              <a:off x="14070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4"/>
            <p:cNvSpPr/>
            <p:nvPr/>
          </p:nvSpPr>
          <p:spPr>
            <a:xfrm>
              <a:off x="12755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4"/>
            <p:cNvSpPr/>
            <p:nvPr/>
          </p:nvSpPr>
          <p:spPr>
            <a:xfrm>
              <a:off x="1126600" y="4576150"/>
              <a:ext cx="53225" cy="53225"/>
            </a:xfrm>
            <a:custGeom>
              <a:rect b="b" l="l" r="r" t="t"/>
              <a:pathLst>
                <a:path extrusionOk="0" h="2129" w="2129">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4"/>
            <p:cNvSpPr/>
            <p:nvPr/>
          </p:nvSpPr>
          <p:spPr>
            <a:xfrm>
              <a:off x="995900" y="4576150"/>
              <a:ext cx="53225" cy="53225"/>
            </a:xfrm>
            <a:custGeom>
              <a:rect b="b" l="l" r="r" t="t"/>
              <a:pathLst>
                <a:path extrusionOk="0" h="2129" w="2129">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4"/>
            <p:cNvSpPr/>
            <p:nvPr/>
          </p:nvSpPr>
          <p:spPr>
            <a:xfrm>
              <a:off x="845450" y="4576150"/>
              <a:ext cx="53225" cy="53225"/>
            </a:xfrm>
            <a:custGeom>
              <a:rect b="b" l="l" r="r" t="t"/>
              <a:pathLst>
                <a:path extrusionOk="0" h="2129" w="2129">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4"/>
            <p:cNvSpPr/>
            <p:nvPr/>
          </p:nvSpPr>
          <p:spPr>
            <a:xfrm>
              <a:off x="713225" y="4576150"/>
              <a:ext cx="53225" cy="53225"/>
            </a:xfrm>
            <a:custGeom>
              <a:rect b="b" l="l" r="r" t="t"/>
              <a:pathLst>
                <a:path extrusionOk="0" h="2129" w="2129">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4"/>
            <p:cNvSpPr/>
            <p:nvPr/>
          </p:nvSpPr>
          <p:spPr>
            <a:xfrm>
              <a:off x="16965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4"/>
            <p:cNvSpPr/>
            <p:nvPr/>
          </p:nvSpPr>
          <p:spPr>
            <a:xfrm>
              <a:off x="1565825" y="4468250"/>
              <a:ext cx="53225" cy="53225"/>
            </a:xfrm>
            <a:custGeom>
              <a:rect b="b" l="l" r="r" t="t"/>
              <a:pathLst>
                <a:path extrusionOk="0" h="2129" w="2129">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4"/>
            <p:cNvSpPr/>
            <p:nvPr/>
          </p:nvSpPr>
          <p:spPr>
            <a:xfrm>
              <a:off x="14070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4"/>
            <p:cNvSpPr/>
            <p:nvPr/>
          </p:nvSpPr>
          <p:spPr>
            <a:xfrm>
              <a:off x="12755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4"/>
            <p:cNvSpPr/>
            <p:nvPr/>
          </p:nvSpPr>
          <p:spPr>
            <a:xfrm>
              <a:off x="1126600" y="4468250"/>
              <a:ext cx="53225" cy="53225"/>
            </a:xfrm>
            <a:custGeom>
              <a:rect b="b" l="l" r="r" t="t"/>
              <a:pathLst>
                <a:path extrusionOk="0" h="2129" w="2129">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4"/>
            <p:cNvSpPr/>
            <p:nvPr/>
          </p:nvSpPr>
          <p:spPr>
            <a:xfrm>
              <a:off x="995900" y="4468250"/>
              <a:ext cx="53225" cy="53225"/>
            </a:xfrm>
            <a:custGeom>
              <a:rect b="b" l="l" r="r" t="t"/>
              <a:pathLst>
                <a:path extrusionOk="0" h="2129" w="2129">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4"/>
            <p:cNvSpPr/>
            <p:nvPr/>
          </p:nvSpPr>
          <p:spPr>
            <a:xfrm>
              <a:off x="845450" y="4468250"/>
              <a:ext cx="53225" cy="53225"/>
            </a:xfrm>
            <a:custGeom>
              <a:rect b="b" l="l" r="r" t="t"/>
              <a:pathLst>
                <a:path extrusionOk="0" h="2129" w="2129">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4"/>
            <p:cNvSpPr/>
            <p:nvPr/>
          </p:nvSpPr>
          <p:spPr>
            <a:xfrm>
              <a:off x="713225" y="4468250"/>
              <a:ext cx="53225" cy="53225"/>
            </a:xfrm>
            <a:custGeom>
              <a:rect b="b" l="l" r="r" t="t"/>
              <a:pathLst>
                <a:path extrusionOk="0" h="2129" w="2129">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3" name="Google Shape;1113;p34"/>
          <p:cNvSpPr/>
          <p:nvPr/>
        </p:nvSpPr>
        <p:spPr>
          <a:xfrm rot="8100000">
            <a:off x="6212533" y="1969752"/>
            <a:ext cx="2639347" cy="2639347"/>
          </a:xfrm>
          <a:prstGeom prst="blockArc">
            <a:avLst>
              <a:gd fmla="val 10800000" name="adj1"/>
              <a:gd fmla="val 0" name="adj2"/>
              <a:gd fmla="val 25000" name="adj3"/>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4" name="Google Shape;1114;p34"/>
          <p:cNvGrpSpPr/>
          <p:nvPr/>
        </p:nvGrpSpPr>
        <p:grpSpPr>
          <a:xfrm>
            <a:off x="4277694" y="116553"/>
            <a:ext cx="589350" cy="1014019"/>
            <a:chOff x="832925" y="1132500"/>
            <a:chExt cx="376125" cy="647150"/>
          </a:xfrm>
        </p:grpSpPr>
        <p:sp>
          <p:nvSpPr>
            <p:cNvPr id="1115" name="Google Shape;1115;p34"/>
            <p:cNvSpPr/>
            <p:nvPr/>
          </p:nvSpPr>
          <p:spPr>
            <a:xfrm>
              <a:off x="870450" y="1668725"/>
              <a:ext cx="110100" cy="110925"/>
            </a:xfrm>
            <a:custGeom>
              <a:rect b="b" l="l" r="r" t="t"/>
              <a:pathLst>
                <a:path extrusionOk="0" h="4437" w="4404">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4"/>
            <p:cNvSpPr/>
            <p:nvPr/>
          </p:nvSpPr>
          <p:spPr>
            <a:xfrm>
              <a:off x="832925" y="1365175"/>
              <a:ext cx="110100" cy="110925"/>
            </a:xfrm>
            <a:custGeom>
              <a:rect b="b" l="l" r="r" t="t"/>
              <a:pathLst>
                <a:path extrusionOk="0" h="4437" w="4404">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4"/>
            <p:cNvSpPr/>
            <p:nvPr/>
          </p:nvSpPr>
          <p:spPr>
            <a:xfrm>
              <a:off x="1138125" y="1432700"/>
              <a:ext cx="16725" cy="55075"/>
            </a:xfrm>
            <a:custGeom>
              <a:rect b="b" l="l" r="r" t="t"/>
              <a:pathLst>
                <a:path extrusionOk="0" h="2203" w="669">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4"/>
            <p:cNvSpPr/>
            <p:nvPr/>
          </p:nvSpPr>
          <p:spPr>
            <a:xfrm>
              <a:off x="1138125" y="1498600"/>
              <a:ext cx="16725" cy="55900"/>
            </a:xfrm>
            <a:custGeom>
              <a:rect b="b" l="l" r="r" t="t"/>
              <a:pathLst>
                <a:path extrusionOk="0" h="2236" w="669">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4"/>
            <p:cNvSpPr/>
            <p:nvPr/>
          </p:nvSpPr>
          <p:spPr>
            <a:xfrm>
              <a:off x="1158150" y="1485250"/>
              <a:ext cx="50900" cy="16700"/>
            </a:xfrm>
            <a:custGeom>
              <a:rect b="b" l="l" r="r" t="t"/>
              <a:pathLst>
                <a:path extrusionOk="0" h="668" w="2036">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4"/>
            <p:cNvSpPr/>
            <p:nvPr/>
          </p:nvSpPr>
          <p:spPr>
            <a:xfrm>
              <a:off x="1084775" y="1485250"/>
              <a:ext cx="51725" cy="16700"/>
            </a:xfrm>
            <a:custGeom>
              <a:rect b="b" l="l" r="r" t="t"/>
              <a:pathLst>
                <a:path extrusionOk="0" h="668" w="2069">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4"/>
            <p:cNvSpPr/>
            <p:nvPr/>
          </p:nvSpPr>
          <p:spPr>
            <a:xfrm>
              <a:off x="1101450" y="1132500"/>
              <a:ext cx="16700" cy="55050"/>
            </a:xfrm>
            <a:custGeom>
              <a:rect b="b" l="l" r="r" t="t"/>
              <a:pathLst>
                <a:path extrusionOk="0" h="2202" w="668">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4"/>
            <p:cNvSpPr/>
            <p:nvPr/>
          </p:nvSpPr>
          <p:spPr>
            <a:xfrm>
              <a:off x="1101450" y="1199200"/>
              <a:ext cx="16700" cy="55075"/>
            </a:xfrm>
            <a:custGeom>
              <a:rect b="b" l="l" r="r" t="t"/>
              <a:pathLst>
                <a:path extrusionOk="0" h="2203" w="668">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4"/>
            <p:cNvSpPr/>
            <p:nvPr/>
          </p:nvSpPr>
          <p:spPr>
            <a:xfrm>
              <a:off x="1121450" y="1184200"/>
              <a:ext cx="50900" cy="16700"/>
            </a:xfrm>
            <a:custGeom>
              <a:rect b="b" l="l" r="r" t="t"/>
              <a:pathLst>
                <a:path extrusionOk="0" h="668" w="2036">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4"/>
            <p:cNvSpPr/>
            <p:nvPr/>
          </p:nvSpPr>
          <p:spPr>
            <a:xfrm>
              <a:off x="1048900" y="1185594"/>
              <a:ext cx="50900" cy="16700"/>
            </a:xfrm>
            <a:custGeom>
              <a:rect b="b" l="l" r="r" t="t"/>
              <a:pathLst>
                <a:path extrusionOk="0" h="668" w="2036">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5" name="Google Shape;1125;p34"/>
          <p:cNvSpPr txBox="1"/>
          <p:nvPr>
            <p:ph type="title"/>
          </p:nvPr>
        </p:nvSpPr>
        <p:spPr>
          <a:xfrm>
            <a:off x="2743200" y="1233450"/>
            <a:ext cx="3657600" cy="646200"/>
          </a:xfrm>
          <a:prstGeom prst="rect">
            <a:avLst/>
          </a:prstGeom>
        </p:spPr>
        <p:txBody>
          <a:bodyPr anchorCtr="0" anchor="t" bIns="0" lIns="0" spcFirstLastPara="1" rIns="0" wrap="square" tIns="0">
            <a:noAutofit/>
          </a:bodyPr>
          <a:lstStyle>
            <a:lvl1pPr lvl="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6" name="Google Shape;1126;p34"/>
          <p:cNvSpPr txBox="1"/>
          <p:nvPr/>
        </p:nvSpPr>
        <p:spPr>
          <a:xfrm>
            <a:off x="2926050" y="3922776"/>
            <a:ext cx="3291900" cy="695400"/>
          </a:xfrm>
          <a:prstGeom prst="rect">
            <a:avLst/>
          </a:prstGeom>
          <a:noFill/>
          <a:ln>
            <a:noFill/>
          </a:ln>
        </p:spPr>
        <p:txBody>
          <a:bodyPr anchorCtr="0" anchor="t" bIns="0" lIns="0" spcFirstLastPara="1" rIns="0" wrap="square" tIns="0">
            <a:noAutofit/>
          </a:bodyPr>
          <a:lstStyle/>
          <a:p>
            <a:pPr indent="0" lvl="0" marL="0" rtl="0" algn="ctr">
              <a:spcBef>
                <a:spcPts val="300"/>
              </a:spcBef>
              <a:spcAft>
                <a:spcPts val="0"/>
              </a:spcAft>
              <a:buNone/>
            </a:pPr>
            <a:r>
              <a:rPr b="1" lang="en" sz="1100">
                <a:solidFill>
                  <a:schemeClr val="accent4"/>
                </a:solidFill>
                <a:latin typeface="Lato"/>
                <a:ea typeface="Lato"/>
                <a:cs typeface="Lato"/>
                <a:sym typeface="Lato"/>
              </a:rPr>
              <a:t>Credits:</a:t>
            </a:r>
            <a:r>
              <a:rPr lang="en" sz="1100">
                <a:solidFill>
                  <a:schemeClr val="accent4"/>
                </a:solidFill>
                <a:latin typeface="Lato"/>
                <a:ea typeface="Lato"/>
                <a:cs typeface="Lato"/>
                <a:sym typeface="Lato"/>
              </a:rPr>
              <a:t> This presentation template was created </a:t>
            </a:r>
            <a:r>
              <a:rPr b="1" lang="en" sz="1100">
                <a:solidFill>
                  <a:schemeClr val="accent4"/>
                </a:solidFill>
                <a:latin typeface="Lato"/>
                <a:ea typeface="Lato"/>
                <a:cs typeface="Lato"/>
                <a:sym typeface="Lato"/>
              </a:rPr>
              <a:t>by </a:t>
            </a:r>
            <a:r>
              <a:rPr b="1" lang="en" sz="1100">
                <a:solidFill>
                  <a:schemeClr val="accent4"/>
                </a:solidFill>
                <a:uFill>
                  <a:noFill/>
                </a:uFill>
                <a:latin typeface="Lato"/>
                <a:ea typeface="Lato"/>
                <a:cs typeface="Lato"/>
                <a:sym typeface="Lato"/>
                <a:hlinkClick r:id="rId2">
                  <a:extLst>
                    <a:ext uri="{A12FA001-AC4F-418D-AE19-62706E023703}">
                      <ahyp:hlinkClr val="tx"/>
                    </a:ext>
                  </a:extLst>
                </a:hlinkClick>
              </a:rPr>
              <a:t>Slidesgo</a:t>
            </a:r>
            <a:r>
              <a:rPr b="1" lang="en" sz="1100">
                <a:solidFill>
                  <a:schemeClr val="accent4"/>
                </a:solidFill>
                <a:latin typeface="Lato"/>
                <a:ea typeface="Lato"/>
                <a:cs typeface="Lato"/>
                <a:sym typeface="Lato"/>
              </a:rPr>
              <a:t>,</a:t>
            </a:r>
            <a:r>
              <a:rPr lang="en" sz="1100">
                <a:solidFill>
                  <a:schemeClr val="accent4"/>
                </a:solidFill>
                <a:latin typeface="Lato"/>
                <a:ea typeface="Lato"/>
                <a:cs typeface="Lato"/>
                <a:sym typeface="Lato"/>
              </a:rPr>
              <a:t> including icons </a:t>
            </a:r>
            <a:r>
              <a:rPr b="1" lang="en" sz="1100">
                <a:solidFill>
                  <a:schemeClr val="accent4"/>
                </a:solidFill>
                <a:latin typeface="Lato"/>
                <a:ea typeface="Lato"/>
                <a:cs typeface="Lato"/>
                <a:sym typeface="Lato"/>
              </a:rPr>
              <a:t>by </a:t>
            </a:r>
            <a:r>
              <a:rPr b="1" lang="en" sz="1100">
                <a:solidFill>
                  <a:schemeClr val="accent4"/>
                </a:solidFill>
                <a:uFill>
                  <a:noFill/>
                </a:uFill>
                <a:latin typeface="Lato"/>
                <a:ea typeface="Lato"/>
                <a:cs typeface="Lato"/>
                <a:sym typeface="Lato"/>
                <a:hlinkClick r:id="rId3">
                  <a:extLst>
                    <a:ext uri="{A12FA001-AC4F-418D-AE19-62706E023703}">
                      <ahyp:hlinkClr val="tx"/>
                    </a:ext>
                  </a:extLst>
                </a:hlinkClick>
              </a:rPr>
              <a:t>Flaticon</a:t>
            </a:r>
            <a:r>
              <a:rPr lang="en" sz="1100">
                <a:solidFill>
                  <a:schemeClr val="accent4"/>
                </a:solidFill>
                <a:latin typeface="Lato"/>
                <a:ea typeface="Lato"/>
                <a:cs typeface="Lato"/>
                <a:sym typeface="Lato"/>
              </a:rPr>
              <a:t>, and infographics &amp; images </a:t>
            </a:r>
            <a:r>
              <a:rPr b="1" lang="en" sz="1100">
                <a:solidFill>
                  <a:schemeClr val="accent4"/>
                </a:solidFill>
                <a:latin typeface="Lato"/>
                <a:ea typeface="Lato"/>
                <a:cs typeface="Lato"/>
                <a:sym typeface="Lato"/>
              </a:rPr>
              <a:t>by </a:t>
            </a:r>
            <a:r>
              <a:rPr b="1" lang="en" sz="1100">
                <a:solidFill>
                  <a:schemeClr val="accent4"/>
                </a:solidFill>
                <a:uFill>
                  <a:noFill/>
                </a:uFill>
                <a:latin typeface="Lato"/>
                <a:ea typeface="Lato"/>
                <a:cs typeface="Lato"/>
                <a:sym typeface="Lato"/>
                <a:hlinkClick r:id="rId4">
                  <a:extLst>
                    <a:ext uri="{A12FA001-AC4F-418D-AE19-62706E023703}">
                      <ahyp:hlinkClr val="tx"/>
                    </a:ext>
                  </a:extLst>
                </a:hlinkClick>
              </a:rPr>
              <a:t>Freepik</a:t>
            </a:r>
            <a:r>
              <a:rPr lang="en" sz="1100">
                <a:solidFill>
                  <a:schemeClr val="accent4"/>
                </a:solidFill>
                <a:latin typeface="Lato"/>
                <a:ea typeface="Lato"/>
                <a:cs typeface="Lato"/>
                <a:sym typeface="Lato"/>
              </a:rPr>
              <a:t> </a:t>
            </a:r>
            <a:endParaRPr sz="1100">
              <a:solidFill>
                <a:schemeClr val="accent4"/>
              </a:solidFill>
              <a:latin typeface="Lato"/>
              <a:ea typeface="Lato"/>
              <a:cs typeface="Lato"/>
              <a:sym typeface="Lato"/>
            </a:endParaRPr>
          </a:p>
        </p:txBody>
      </p:sp>
      <p:sp>
        <p:nvSpPr>
          <p:cNvPr id="1127" name="Google Shape;1127;p34"/>
          <p:cNvSpPr txBox="1"/>
          <p:nvPr>
            <p:ph idx="1" type="subTitle"/>
          </p:nvPr>
        </p:nvSpPr>
        <p:spPr>
          <a:xfrm>
            <a:off x="2743200" y="1847088"/>
            <a:ext cx="3657600" cy="2742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b="1">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1128" name="Google Shape;1128;p34"/>
          <p:cNvSpPr txBox="1"/>
          <p:nvPr>
            <p:ph idx="2" type="subTitle"/>
          </p:nvPr>
        </p:nvSpPr>
        <p:spPr>
          <a:xfrm>
            <a:off x="2743200" y="2194560"/>
            <a:ext cx="3657600" cy="8928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
        <p:nvSpPr>
          <p:cNvPr id="1129" name="Google Shape;1129;p34"/>
          <p:cNvSpPr txBox="1"/>
          <p:nvPr>
            <p:ph idx="3" type="subTitle"/>
          </p:nvPr>
        </p:nvSpPr>
        <p:spPr>
          <a:xfrm>
            <a:off x="2743200" y="3599688"/>
            <a:ext cx="3657600" cy="3657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4">
    <p:spTree>
      <p:nvGrpSpPr>
        <p:cNvPr id="1130" name="Shape 1130"/>
        <p:cNvGrpSpPr/>
        <p:nvPr/>
      </p:nvGrpSpPr>
      <p:grpSpPr>
        <a:xfrm>
          <a:off x="0" y="0"/>
          <a:ext cx="0" cy="0"/>
          <a:chOff x="0" y="0"/>
          <a:chExt cx="0" cy="0"/>
        </a:xfrm>
      </p:grpSpPr>
      <p:sp>
        <p:nvSpPr>
          <p:cNvPr id="1131" name="Google Shape;1131;p35"/>
          <p:cNvSpPr/>
          <p:nvPr/>
        </p:nvSpPr>
        <p:spPr>
          <a:xfrm rot="2700000">
            <a:off x="-538602" y="4033591"/>
            <a:ext cx="1698329" cy="1698329"/>
          </a:xfrm>
          <a:prstGeom prst="blockArc">
            <a:avLst>
              <a:gd fmla="val 10800000" name="adj1"/>
              <a:gd fmla="val 0" name="adj2"/>
              <a:gd fmla="val 25000" name="adj3"/>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5">
    <p:spTree>
      <p:nvGrpSpPr>
        <p:cNvPr id="1132" name="Shape 1132"/>
        <p:cNvGrpSpPr/>
        <p:nvPr/>
      </p:nvGrpSpPr>
      <p:grpSpPr>
        <a:xfrm>
          <a:off x="0" y="0"/>
          <a:ext cx="0" cy="0"/>
          <a:chOff x="0" y="0"/>
          <a:chExt cx="0" cy="0"/>
        </a:xfrm>
      </p:grpSpPr>
      <p:sp>
        <p:nvSpPr>
          <p:cNvPr id="1133" name="Google Shape;1133;p36"/>
          <p:cNvSpPr/>
          <p:nvPr/>
        </p:nvSpPr>
        <p:spPr>
          <a:xfrm>
            <a:off x="-2412512" y="480900"/>
            <a:ext cx="4181700" cy="4181700"/>
          </a:xfrm>
          <a:prstGeom prst="donut">
            <a:avLst>
              <a:gd fmla="val 25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36" Type="http://schemas.openxmlformats.org/officeDocument/2006/relationships/theme" Target="../theme/theme2.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lvl1pPr lvl="0" rtl="0">
              <a:spcBef>
                <a:spcPts val="0"/>
              </a:spcBef>
              <a:spcAft>
                <a:spcPts val="0"/>
              </a:spcAft>
              <a:buClr>
                <a:schemeClr val="accent4"/>
              </a:buClr>
              <a:buSzPts val="3500"/>
              <a:buFont typeface="Martel Heavy"/>
              <a:buNone/>
              <a:defRPr sz="3500">
                <a:solidFill>
                  <a:schemeClr val="accent4"/>
                </a:solidFill>
                <a:latin typeface="Martel Heavy"/>
                <a:ea typeface="Martel Heavy"/>
                <a:cs typeface="Martel Heavy"/>
                <a:sym typeface="Martel Heavy"/>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grpSp>
        <p:nvGrpSpPr>
          <p:cNvPr id="1138" name="Google Shape;1138;p37"/>
          <p:cNvGrpSpPr/>
          <p:nvPr/>
        </p:nvGrpSpPr>
        <p:grpSpPr>
          <a:xfrm>
            <a:off x="5090327" y="532028"/>
            <a:ext cx="2277237" cy="1011542"/>
            <a:chOff x="5782662" y="1517912"/>
            <a:chExt cx="2673127" cy="1187395"/>
          </a:xfrm>
        </p:grpSpPr>
        <p:sp>
          <p:nvSpPr>
            <p:cNvPr id="1139" name="Google Shape;1139;p37"/>
            <p:cNvSpPr/>
            <p:nvPr/>
          </p:nvSpPr>
          <p:spPr>
            <a:xfrm>
              <a:off x="5782662" y="2539964"/>
              <a:ext cx="238683" cy="165343"/>
            </a:xfrm>
            <a:custGeom>
              <a:rect b="b" l="l" r="r" t="t"/>
              <a:pathLst>
                <a:path extrusionOk="0" h="1641" w="2369">
                  <a:moveTo>
                    <a:pt x="2030" y="1"/>
                  </a:moveTo>
                  <a:cubicBezTo>
                    <a:pt x="1967" y="1"/>
                    <a:pt x="1901" y="19"/>
                    <a:pt x="1835" y="59"/>
                  </a:cubicBezTo>
                  <a:cubicBezTo>
                    <a:pt x="1301" y="392"/>
                    <a:pt x="768" y="726"/>
                    <a:pt x="201" y="1093"/>
                  </a:cubicBezTo>
                  <a:cubicBezTo>
                    <a:pt x="34" y="1160"/>
                    <a:pt x="0" y="1393"/>
                    <a:pt x="134" y="1493"/>
                  </a:cubicBezTo>
                  <a:cubicBezTo>
                    <a:pt x="167" y="1593"/>
                    <a:pt x="201" y="1627"/>
                    <a:pt x="301" y="1627"/>
                  </a:cubicBezTo>
                  <a:cubicBezTo>
                    <a:pt x="340" y="1636"/>
                    <a:pt x="373" y="1641"/>
                    <a:pt x="402" y="1641"/>
                  </a:cubicBezTo>
                  <a:cubicBezTo>
                    <a:pt x="473" y="1641"/>
                    <a:pt x="520" y="1617"/>
                    <a:pt x="568" y="1593"/>
                  </a:cubicBezTo>
                  <a:cubicBezTo>
                    <a:pt x="1135" y="1260"/>
                    <a:pt x="1635" y="893"/>
                    <a:pt x="2202" y="559"/>
                  </a:cubicBezTo>
                  <a:cubicBezTo>
                    <a:pt x="2335" y="459"/>
                    <a:pt x="2369" y="259"/>
                    <a:pt x="2302" y="126"/>
                  </a:cubicBezTo>
                  <a:cubicBezTo>
                    <a:pt x="2221" y="45"/>
                    <a:pt x="2128" y="1"/>
                    <a:pt x="2030" y="1"/>
                  </a:cubicBezTo>
                  <a:close/>
                </a:path>
              </a:pathLst>
            </a:custGeom>
            <a:solidFill>
              <a:schemeClr val="accent4"/>
            </a:solidFill>
            <a:ln>
              <a:noFill/>
            </a:ln>
          </p:spPr>
          <p:txBody>
            <a:bodyPr anchorCtr="0" anchor="ctr" bIns="150125" lIns="150125" spcFirstLastPara="1" rIns="150125" wrap="square" tIns="150125">
              <a:noAutofit/>
            </a:bodyPr>
            <a:lstStyle/>
            <a:p>
              <a:pPr indent="0" lvl="0" marL="0" rtl="0" algn="l">
                <a:spcBef>
                  <a:spcPts val="0"/>
                </a:spcBef>
                <a:spcAft>
                  <a:spcPts val="0"/>
                </a:spcAft>
                <a:buNone/>
              </a:pPr>
              <a:r>
                <a:t/>
              </a:r>
              <a:endParaRPr/>
            </a:p>
          </p:txBody>
        </p:sp>
        <p:sp>
          <p:nvSpPr>
            <p:cNvPr id="1140" name="Google Shape;1140;p37"/>
            <p:cNvSpPr/>
            <p:nvPr/>
          </p:nvSpPr>
          <p:spPr>
            <a:xfrm>
              <a:off x="6834606" y="2148727"/>
              <a:ext cx="164730" cy="84636"/>
            </a:xfrm>
            <a:custGeom>
              <a:rect b="b" l="l" r="r" t="t"/>
              <a:pathLst>
                <a:path extrusionOk="0" h="840" w="1635">
                  <a:moveTo>
                    <a:pt x="1287" y="1"/>
                  </a:moveTo>
                  <a:cubicBezTo>
                    <a:pt x="1269" y="1"/>
                    <a:pt x="1252" y="2"/>
                    <a:pt x="1234" y="6"/>
                  </a:cubicBezTo>
                  <a:cubicBezTo>
                    <a:pt x="1234" y="6"/>
                    <a:pt x="868" y="72"/>
                    <a:pt x="267" y="239"/>
                  </a:cubicBezTo>
                  <a:cubicBezTo>
                    <a:pt x="100" y="273"/>
                    <a:pt x="0" y="439"/>
                    <a:pt x="34" y="606"/>
                  </a:cubicBezTo>
                  <a:cubicBezTo>
                    <a:pt x="67" y="706"/>
                    <a:pt x="167" y="806"/>
                    <a:pt x="267" y="840"/>
                  </a:cubicBezTo>
                  <a:lnTo>
                    <a:pt x="434" y="840"/>
                  </a:lnTo>
                  <a:cubicBezTo>
                    <a:pt x="1034" y="706"/>
                    <a:pt x="1368" y="640"/>
                    <a:pt x="1368" y="640"/>
                  </a:cubicBezTo>
                  <a:cubicBezTo>
                    <a:pt x="1535" y="606"/>
                    <a:pt x="1635" y="439"/>
                    <a:pt x="1601" y="273"/>
                  </a:cubicBezTo>
                  <a:cubicBezTo>
                    <a:pt x="1572" y="123"/>
                    <a:pt x="1435" y="1"/>
                    <a:pt x="1287" y="1"/>
                  </a:cubicBezTo>
                  <a:close/>
                </a:path>
              </a:pathLst>
            </a:custGeom>
            <a:solidFill>
              <a:schemeClr val="accent4"/>
            </a:solidFill>
            <a:ln>
              <a:noFill/>
            </a:ln>
          </p:spPr>
          <p:txBody>
            <a:bodyPr anchorCtr="0" anchor="ctr" bIns="150125" lIns="150125" spcFirstLastPara="1" rIns="150125" wrap="square" tIns="150125">
              <a:noAutofit/>
            </a:bodyPr>
            <a:lstStyle/>
            <a:p>
              <a:pPr indent="0" lvl="0" marL="0" rtl="0" algn="l">
                <a:spcBef>
                  <a:spcPts val="0"/>
                </a:spcBef>
                <a:spcAft>
                  <a:spcPts val="0"/>
                </a:spcAft>
                <a:buNone/>
              </a:pPr>
              <a:r>
                <a:t/>
              </a:r>
              <a:endParaRPr/>
            </a:p>
          </p:txBody>
        </p:sp>
        <p:sp>
          <p:nvSpPr>
            <p:cNvPr id="1141" name="Google Shape;1141;p37"/>
            <p:cNvSpPr/>
            <p:nvPr/>
          </p:nvSpPr>
          <p:spPr>
            <a:xfrm>
              <a:off x="6464849" y="2219156"/>
              <a:ext cx="255609" cy="130985"/>
            </a:xfrm>
            <a:custGeom>
              <a:rect b="b" l="l" r="r" t="t"/>
              <a:pathLst>
                <a:path extrusionOk="0" h="1300" w="2537">
                  <a:moveTo>
                    <a:pt x="2135" y="1"/>
                  </a:moveTo>
                  <a:cubicBezTo>
                    <a:pt x="2113" y="1"/>
                    <a:pt x="2091" y="3"/>
                    <a:pt x="2069" y="7"/>
                  </a:cubicBezTo>
                  <a:cubicBezTo>
                    <a:pt x="1435" y="241"/>
                    <a:pt x="868" y="441"/>
                    <a:pt x="234" y="674"/>
                  </a:cubicBezTo>
                  <a:cubicBezTo>
                    <a:pt x="68" y="774"/>
                    <a:pt x="1" y="941"/>
                    <a:pt x="68" y="1108"/>
                  </a:cubicBezTo>
                  <a:cubicBezTo>
                    <a:pt x="101" y="1208"/>
                    <a:pt x="201" y="1241"/>
                    <a:pt x="268" y="1275"/>
                  </a:cubicBezTo>
                  <a:cubicBezTo>
                    <a:pt x="318" y="1292"/>
                    <a:pt x="351" y="1300"/>
                    <a:pt x="385" y="1300"/>
                  </a:cubicBezTo>
                  <a:cubicBezTo>
                    <a:pt x="418" y="1300"/>
                    <a:pt x="451" y="1292"/>
                    <a:pt x="501" y="1275"/>
                  </a:cubicBezTo>
                  <a:cubicBezTo>
                    <a:pt x="1068" y="1075"/>
                    <a:pt x="1702" y="841"/>
                    <a:pt x="2269" y="641"/>
                  </a:cubicBezTo>
                  <a:cubicBezTo>
                    <a:pt x="2436" y="608"/>
                    <a:pt x="2536" y="441"/>
                    <a:pt x="2469" y="241"/>
                  </a:cubicBezTo>
                  <a:cubicBezTo>
                    <a:pt x="2440" y="96"/>
                    <a:pt x="2285" y="1"/>
                    <a:pt x="2135" y="1"/>
                  </a:cubicBezTo>
                  <a:close/>
                </a:path>
              </a:pathLst>
            </a:custGeom>
            <a:solidFill>
              <a:schemeClr val="accent4"/>
            </a:solidFill>
            <a:ln>
              <a:noFill/>
            </a:ln>
          </p:spPr>
          <p:txBody>
            <a:bodyPr anchorCtr="0" anchor="ctr" bIns="150125" lIns="150125" spcFirstLastPara="1" rIns="150125" wrap="square" tIns="150125">
              <a:noAutofit/>
            </a:bodyPr>
            <a:lstStyle/>
            <a:p>
              <a:pPr indent="0" lvl="0" marL="0" rtl="0" algn="l">
                <a:spcBef>
                  <a:spcPts val="0"/>
                </a:spcBef>
                <a:spcAft>
                  <a:spcPts val="0"/>
                </a:spcAft>
                <a:buNone/>
              </a:pPr>
              <a:r>
                <a:t/>
              </a:r>
              <a:endParaRPr/>
            </a:p>
          </p:txBody>
        </p:sp>
        <p:sp>
          <p:nvSpPr>
            <p:cNvPr id="1142" name="Google Shape;1142;p37"/>
            <p:cNvSpPr/>
            <p:nvPr/>
          </p:nvSpPr>
          <p:spPr>
            <a:xfrm>
              <a:off x="6115342" y="2365051"/>
              <a:ext cx="242108" cy="147307"/>
            </a:xfrm>
            <a:custGeom>
              <a:rect b="b" l="l" r="r" t="t"/>
              <a:pathLst>
                <a:path extrusionOk="0" h="1462" w="2403">
                  <a:moveTo>
                    <a:pt x="2046" y="1"/>
                  </a:moveTo>
                  <a:cubicBezTo>
                    <a:pt x="1996" y="1"/>
                    <a:pt x="1947" y="9"/>
                    <a:pt x="1902" y="27"/>
                  </a:cubicBezTo>
                  <a:cubicBezTo>
                    <a:pt x="1368" y="294"/>
                    <a:pt x="768" y="594"/>
                    <a:pt x="201" y="861"/>
                  </a:cubicBezTo>
                  <a:cubicBezTo>
                    <a:pt x="34" y="961"/>
                    <a:pt x="1" y="1128"/>
                    <a:pt x="68" y="1295"/>
                  </a:cubicBezTo>
                  <a:cubicBezTo>
                    <a:pt x="134" y="1361"/>
                    <a:pt x="201" y="1461"/>
                    <a:pt x="301" y="1461"/>
                  </a:cubicBezTo>
                  <a:cubicBezTo>
                    <a:pt x="368" y="1461"/>
                    <a:pt x="468" y="1461"/>
                    <a:pt x="535" y="1428"/>
                  </a:cubicBezTo>
                  <a:cubicBezTo>
                    <a:pt x="1068" y="1128"/>
                    <a:pt x="1669" y="828"/>
                    <a:pt x="2169" y="594"/>
                  </a:cubicBezTo>
                  <a:cubicBezTo>
                    <a:pt x="2336" y="494"/>
                    <a:pt x="2403" y="327"/>
                    <a:pt x="2336" y="160"/>
                  </a:cubicBezTo>
                  <a:cubicBezTo>
                    <a:pt x="2311" y="63"/>
                    <a:pt x="2180" y="1"/>
                    <a:pt x="2046" y="1"/>
                  </a:cubicBezTo>
                  <a:close/>
                </a:path>
              </a:pathLst>
            </a:custGeom>
            <a:solidFill>
              <a:schemeClr val="accent4"/>
            </a:solidFill>
            <a:ln>
              <a:noFill/>
            </a:ln>
          </p:spPr>
          <p:txBody>
            <a:bodyPr anchorCtr="0" anchor="ctr" bIns="150125" lIns="150125" spcFirstLastPara="1" rIns="150125" wrap="square" tIns="150125">
              <a:noAutofit/>
            </a:bodyPr>
            <a:lstStyle/>
            <a:p>
              <a:pPr indent="0" lvl="0" marL="0" rtl="0" algn="l">
                <a:spcBef>
                  <a:spcPts val="0"/>
                </a:spcBef>
                <a:spcAft>
                  <a:spcPts val="0"/>
                </a:spcAft>
                <a:buNone/>
              </a:pPr>
              <a:r>
                <a:t/>
              </a:r>
              <a:endParaRPr/>
            </a:p>
          </p:txBody>
        </p:sp>
        <p:sp>
          <p:nvSpPr>
            <p:cNvPr id="1143" name="Google Shape;1143;p37"/>
            <p:cNvSpPr/>
            <p:nvPr/>
          </p:nvSpPr>
          <p:spPr>
            <a:xfrm>
              <a:off x="6718110" y="1517912"/>
              <a:ext cx="1737678" cy="514367"/>
            </a:xfrm>
            <a:custGeom>
              <a:rect b="b" l="l" r="r" t="t"/>
              <a:pathLst>
                <a:path extrusionOk="0" h="5105" w="17247">
                  <a:moveTo>
                    <a:pt x="1" y="1"/>
                  </a:moveTo>
                  <a:lnTo>
                    <a:pt x="668" y="5105"/>
                  </a:lnTo>
                  <a:lnTo>
                    <a:pt x="17246" y="2469"/>
                  </a:lnTo>
                  <a:lnTo>
                    <a:pt x="1" y="1"/>
                  </a:lnTo>
                  <a:close/>
                </a:path>
              </a:pathLst>
            </a:custGeom>
            <a:solidFill>
              <a:schemeClr val="accent4"/>
            </a:solidFill>
            <a:ln>
              <a:noFill/>
            </a:ln>
          </p:spPr>
          <p:txBody>
            <a:bodyPr anchorCtr="0" anchor="ctr" bIns="150125" lIns="150125" spcFirstLastPara="1" rIns="150125" wrap="square" tIns="150125">
              <a:noAutofit/>
            </a:bodyPr>
            <a:lstStyle/>
            <a:p>
              <a:pPr indent="0" lvl="0" marL="0" rtl="0" algn="l">
                <a:spcBef>
                  <a:spcPts val="0"/>
                </a:spcBef>
                <a:spcAft>
                  <a:spcPts val="0"/>
                </a:spcAft>
                <a:buNone/>
              </a:pPr>
              <a:r>
                <a:t/>
              </a:r>
              <a:endParaRPr/>
            </a:p>
          </p:txBody>
        </p:sp>
        <p:sp>
          <p:nvSpPr>
            <p:cNvPr id="1144" name="Google Shape;1144;p37"/>
            <p:cNvSpPr/>
            <p:nvPr/>
          </p:nvSpPr>
          <p:spPr>
            <a:xfrm>
              <a:off x="6743001" y="1766675"/>
              <a:ext cx="1687902" cy="867220"/>
            </a:xfrm>
            <a:custGeom>
              <a:rect b="b" l="l" r="r" t="t"/>
              <a:pathLst>
                <a:path extrusionOk="0" h="8607" w="15979">
                  <a:moveTo>
                    <a:pt x="15978" y="0"/>
                  </a:moveTo>
                  <a:lnTo>
                    <a:pt x="2035" y="3469"/>
                  </a:lnTo>
                  <a:lnTo>
                    <a:pt x="0" y="3936"/>
                  </a:lnTo>
                  <a:lnTo>
                    <a:pt x="3302" y="8606"/>
                  </a:lnTo>
                  <a:lnTo>
                    <a:pt x="15978" y="0"/>
                  </a:lnTo>
                  <a:close/>
                </a:path>
              </a:pathLst>
            </a:custGeom>
            <a:solidFill>
              <a:schemeClr val="accent4"/>
            </a:solidFill>
            <a:ln>
              <a:noFill/>
            </a:ln>
          </p:spPr>
          <p:txBody>
            <a:bodyPr anchorCtr="0" anchor="ctr" bIns="150125" lIns="150125" spcFirstLastPara="1" rIns="150125" wrap="square" tIns="150125">
              <a:noAutofit/>
            </a:bodyPr>
            <a:lstStyle/>
            <a:p>
              <a:pPr indent="0" lvl="0" marL="0" rtl="0" algn="l">
                <a:spcBef>
                  <a:spcPts val="0"/>
                </a:spcBef>
                <a:spcAft>
                  <a:spcPts val="0"/>
                </a:spcAft>
                <a:buNone/>
              </a:pPr>
              <a:r>
                <a:t/>
              </a:r>
              <a:endParaRPr sz="2298"/>
            </a:p>
          </p:txBody>
        </p:sp>
      </p:grpSp>
      <p:sp>
        <p:nvSpPr>
          <p:cNvPr id="1145" name="Google Shape;1145;p37"/>
          <p:cNvSpPr txBox="1"/>
          <p:nvPr>
            <p:ph type="ctrTitle"/>
          </p:nvPr>
        </p:nvSpPr>
        <p:spPr>
          <a:xfrm>
            <a:off x="703650" y="1891699"/>
            <a:ext cx="7736700" cy="10116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i="1" lang="en" sz="4900"/>
              <a:t>FINAL TEAM PROJECT DEMO </a:t>
            </a:r>
            <a:endParaRPr i="1" sz="4900"/>
          </a:p>
        </p:txBody>
      </p:sp>
      <p:sp>
        <p:nvSpPr>
          <p:cNvPr id="1146" name="Google Shape;1146;p37"/>
          <p:cNvSpPr txBox="1"/>
          <p:nvPr>
            <p:ph idx="1" type="subTitle"/>
          </p:nvPr>
        </p:nvSpPr>
        <p:spPr>
          <a:xfrm>
            <a:off x="704100" y="2916936"/>
            <a:ext cx="7735800" cy="329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TEAM 1234 </a:t>
            </a:r>
            <a:endParaRPr/>
          </a:p>
          <a:p>
            <a:pPr indent="0" lvl="0" marL="0" rtl="0" algn="ctr">
              <a:spcBef>
                <a:spcPts val="0"/>
              </a:spcBef>
              <a:spcAft>
                <a:spcPts val="0"/>
              </a:spcAft>
              <a:buNone/>
            </a:pPr>
            <a:r>
              <a:rPr lang="en"/>
              <a:t>FARIDA BALOGUN , MUHAMMED MIAD, MOHMED BEMAT, LINWEI ZHENG, NISCHAL THAPA, SHAEEM ROCKCLIFFE </a:t>
            </a:r>
            <a:endParaRPr/>
          </a:p>
        </p:txBody>
      </p:sp>
      <p:sp>
        <p:nvSpPr>
          <p:cNvPr id="1147" name="Google Shape;1147;p37"/>
          <p:cNvSpPr/>
          <p:nvPr/>
        </p:nvSpPr>
        <p:spPr>
          <a:xfrm>
            <a:off x="9107900" y="3717088"/>
            <a:ext cx="51725" cy="28100"/>
          </a:xfrm>
          <a:custGeom>
            <a:rect b="b" l="l" r="r" t="t"/>
            <a:pathLst>
              <a:path extrusionOk="0" h="1124" w="2069">
                <a:moveTo>
                  <a:pt x="1253" y="1"/>
                </a:moveTo>
                <a:cubicBezTo>
                  <a:pt x="1102" y="1"/>
                  <a:pt x="936" y="24"/>
                  <a:pt x="768" y="90"/>
                </a:cubicBezTo>
                <a:cubicBezTo>
                  <a:pt x="434" y="190"/>
                  <a:pt x="201" y="457"/>
                  <a:pt x="34" y="824"/>
                </a:cubicBezTo>
                <a:cubicBezTo>
                  <a:pt x="1" y="957"/>
                  <a:pt x="34" y="1090"/>
                  <a:pt x="168" y="1124"/>
                </a:cubicBezTo>
                <a:lnTo>
                  <a:pt x="234" y="1124"/>
                </a:lnTo>
                <a:cubicBezTo>
                  <a:pt x="334" y="1124"/>
                  <a:pt x="401" y="1090"/>
                  <a:pt x="368" y="990"/>
                </a:cubicBezTo>
                <a:cubicBezTo>
                  <a:pt x="501" y="690"/>
                  <a:pt x="668" y="523"/>
                  <a:pt x="868" y="457"/>
                </a:cubicBezTo>
                <a:cubicBezTo>
                  <a:pt x="968" y="423"/>
                  <a:pt x="1072" y="411"/>
                  <a:pt x="1172" y="411"/>
                </a:cubicBezTo>
                <a:cubicBezTo>
                  <a:pt x="1473" y="411"/>
                  <a:pt x="1735" y="523"/>
                  <a:pt x="1735" y="523"/>
                </a:cubicBezTo>
                <a:cubicBezTo>
                  <a:pt x="1776" y="554"/>
                  <a:pt x="1816" y="566"/>
                  <a:pt x="1854" y="566"/>
                </a:cubicBezTo>
                <a:cubicBezTo>
                  <a:pt x="1941" y="566"/>
                  <a:pt x="2012" y="503"/>
                  <a:pt x="2036" y="457"/>
                </a:cubicBezTo>
                <a:cubicBezTo>
                  <a:pt x="2069" y="323"/>
                  <a:pt x="2036" y="190"/>
                  <a:pt x="1936" y="156"/>
                </a:cubicBezTo>
                <a:cubicBezTo>
                  <a:pt x="1936" y="156"/>
                  <a:pt x="1642" y="1"/>
                  <a:pt x="1253" y="1"/>
                </a:cubicBezTo>
                <a:close/>
              </a:path>
            </a:pathLst>
          </a:custGeom>
          <a:solidFill>
            <a:srgbClr val="FFF2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7"/>
          <p:cNvSpPr/>
          <p:nvPr/>
        </p:nvSpPr>
        <p:spPr>
          <a:xfrm>
            <a:off x="9088725" y="3700413"/>
            <a:ext cx="52575" cy="28100"/>
          </a:xfrm>
          <a:custGeom>
            <a:rect b="b" l="l" r="r" t="t"/>
            <a:pathLst>
              <a:path extrusionOk="0" h="1124" w="2103">
                <a:moveTo>
                  <a:pt x="1271" y="1"/>
                </a:moveTo>
                <a:cubicBezTo>
                  <a:pt x="1121" y="1"/>
                  <a:pt x="960" y="24"/>
                  <a:pt x="801" y="90"/>
                </a:cubicBezTo>
                <a:cubicBezTo>
                  <a:pt x="468" y="190"/>
                  <a:pt x="201" y="456"/>
                  <a:pt x="34" y="823"/>
                </a:cubicBezTo>
                <a:cubicBezTo>
                  <a:pt x="1" y="957"/>
                  <a:pt x="34" y="1090"/>
                  <a:pt x="167" y="1124"/>
                </a:cubicBezTo>
                <a:lnTo>
                  <a:pt x="267" y="1124"/>
                </a:lnTo>
                <a:cubicBezTo>
                  <a:pt x="334" y="1124"/>
                  <a:pt x="434" y="1090"/>
                  <a:pt x="368" y="990"/>
                </a:cubicBezTo>
                <a:cubicBezTo>
                  <a:pt x="501" y="690"/>
                  <a:pt x="668" y="523"/>
                  <a:pt x="868" y="456"/>
                </a:cubicBezTo>
                <a:cubicBezTo>
                  <a:pt x="976" y="423"/>
                  <a:pt x="1087" y="411"/>
                  <a:pt x="1192" y="411"/>
                </a:cubicBezTo>
                <a:cubicBezTo>
                  <a:pt x="1506" y="411"/>
                  <a:pt x="1769" y="523"/>
                  <a:pt x="1769" y="523"/>
                </a:cubicBezTo>
                <a:cubicBezTo>
                  <a:pt x="1798" y="543"/>
                  <a:pt x="1830" y="551"/>
                  <a:pt x="1862" y="551"/>
                </a:cubicBezTo>
                <a:cubicBezTo>
                  <a:pt x="1938" y="551"/>
                  <a:pt x="2012" y="504"/>
                  <a:pt x="2035" y="456"/>
                </a:cubicBezTo>
                <a:cubicBezTo>
                  <a:pt x="2102" y="323"/>
                  <a:pt x="2035" y="190"/>
                  <a:pt x="1969" y="156"/>
                </a:cubicBezTo>
                <a:cubicBezTo>
                  <a:pt x="1969" y="156"/>
                  <a:pt x="1657" y="1"/>
                  <a:pt x="1271" y="1"/>
                </a:cubicBezTo>
                <a:close/>
              </a:path>
            </a:pathLst>
          </a:custGeom>
          <a:solidFill>
            <a:srgbClr val="FFF2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38"/>
          <p:cNvSpPr txBox="1"/>
          <p:nvPr>
            <p:ph type="title"/>
          </p:nvPr>
        </p:nvSpPr>
        <p:spPr>
          <a:xfrm>
            <a:off x="713225" y="457200"/>
            <a:ext cx="7717800" cy="640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TICKETR</a:t>
            </a:r>
            <a:endParaRPr/>
          </a:p>
        </p:txBody>
      </p:sp>
      <p:sp>
        <p:nvSpPr>
          <p:cNvPr id="1154" name="Google Shape;1154;p38"/>
          <p:cNvSpPr txBox="1"/>
          <p:nvPr>
            <p:ph idx="1" type="subTitle"/>
          </p:nvPr>
        </p:nvSpPr>
        <p:spPr>
          <a:xfrm>
            <a:off x="713100" y="1184326"/>
            <a:ext cx="7717800" cy="351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b="1" i="1" sz="1300"/>
          </a:p>
          <a:p>
            <a:pPr indent="-323850" lvl="0" marL="457200" rtl="0" algn="l">
              <a:spcBef>
                <a:spcPts val="1600"/>
              </a:spcBef>
              <a:spcAft>
                <a:spcPts val="0"/>
              </a:spcAft>
              <a:buSzPts val="1500"/>
              <a:buChar char="❖"/>
            </a:pPr>
            <a:r>
              <a:rPr b="1" i="1" lang="en" sz="1300"/>
              <a:t>      </a:t>
            </a:r>
            <a:r>
              <a:rPr b="1" i="1" lang="en" sz="1300"/>
              <a:t>Ticketr </a:t>
            </a:r>
            <a:r>
              <a:rPr lang="en" sz="1300"/>
              <a:t>is a centralized campus event ticketing and revenue system designed to streamline the way students discover events and how organizations manage them. It bridges the gap between campus life and digital management.</a:t>
            </a:r>
            <a:endParaRPr sz="1300"/>
          </a:p>
          <a:p>
            <a:pPr indent="0" lvl="0" marL="0" rtl="0" algn="l">
              <a:spcBef>
                <a:spcPts val="1600"/>
              </a:spcBef>
              <a:spcAft>
                <a:spcPts val="0"/>
              </a:spcAft>
              <a:buNone/>
            </a:pPr>
            <a:r>
              <a:t/>
            </a:r>
            <a:endParaRPr sz="1300"/>
          </a:p>
          <a:p>
            <a:pPr indent="-323850" lvl="0" marL="457200" rtl="0" algn="l">
              <a:spcBef>
                <a:spcPts val="1600"/>
              </a:spcBef>
              <a:spcAft>
                <a:spcPts val="0"/>
              </a:spcAft>
              <a:buSzPts val="1500"/>
              <a:buChar char="❖"/>
            </a:pPr>
            <a:r>
              <a:rPr lang="en" sz="1300"/>
              <a:t> </a:t>
            </a:r>
            <a:r>
              <a:rPr b="1" i="1" lang="en" sz="1300"/>
              <a:t>CORE SERVICES:</a:t>
            </a:r>
            <a:endParaRPr b="1" i="1" sz="1300"/>
          </a:p>
          <a:p>
            <a:pPr indent="0" lvl="0" marL="457200" rtl="0" algn="l">
              <a:spcBef>
                <a:spcPts val="1600"/>
              </a:spcBef>
              <a:spcAft>
                <a:spcPts val="0"/>
              </a:spcAft>
              <a:buNone/>
            </a:pPr>
            <a:r>
              <a:rPr lang="en" sz="1300"/>
              <a:t>- </a:t>
            </a:r>
            <a:r>
              <a:rPr b="1" i="1" lang="en" sz="1300"/>
              <a:t>For Students/Visitors: </a:t>
            </a:r>
            <a:r>
              <a:rPr lang="en" sz="1300"/>
              <a:t>A central hub to browse events, an AI chatbot for personalized recommendations, secure ticket purchasing, and digital QR code entry.</a:t>
            </a:r>
            <a:endParaRPr sz="1300"/>
          </a:p>
          <a:p>
            <a:pPr indent="0" lvl="0" marL="457200" rtl="0" algn="l">
              <a:spcBef>
                <a:spcPts val="1600"/>
              </a:spcBef>
              <a:spcAft>
                <a:spcPts val="0"/>
              </a:spcAft>
              <a:buNone/>
            </a:pPr>
            <a:r>
              <a:rPr lang="en" sz="1300"/>
              <a:t>- </a:t>
            </a:r>
            <a:r>
              <a:rPr b="1" i="1" lang="en" sz="1300"/>
              <a:t>For Organizations:</a:t>
            </a:r>
            <a:r>
              <a:rPr lang="en" sz="1300"/>
              <a:t> Tools to create and manage events, track real-time attendance, and generate detailed revenue/attendance reports via Excel.</a:t>
            </a:r>
            <a:endParaRPr sz="1300"/>
          </a:p>
          <a:p>
            <a:pPr indent="0" lvl="0" marL="457200" rtl="0" algn="l">
              <a:spcBef>
                <a:spcPts val="1600"/>
              </a:spcBef>
              <a:spcAft>
                <a:spcPts val="1600"/>
              </a:spcAft>
              <a:buNone/>
            </a:pPr>
            <a:r>
              <a:rPr b="1" i="1" lang="en" sz="1300"/>
              <a:t>- VIP Features: </a:t>
            </a:r>
            <a:r>
              <a:rPr lang="en" sz="1300"/>
              <a:t>Early access registration for popular events and exclusive status for premium users.</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grpSp>
        <p:nvGrpSpPr>
          <p:cNvPr id="1159" name="Google Shape;1159;p39"/>
          <p:cNvGrpSpPr/>
          <p:nvPr/>
        </p:nvGrpSpPr>
        <p:grpSpPr>
          <a:xfrm>
            <a:off x="74657" y="1791681"/>
            <a:ext cx="1704020" cy="2129434"/>
            <a:chOff x="689100" y="2284218"/>
            <a:chExt cx="1852800" cy="2315357"/>
          </a:xfrm>
        </p:grpSpPr>
        <p:sp>
          <p:nvSpPr>
            <p:cNvPr id="1160" name="Google Shape;1160;p39"/>
            <p:cNvSpPr/>
            <p:nvPr/>
          </p:nvSpPr>
          <p:spPr>
            <a:xfrm>
              <a:off x="689100" y="2847875"/>
              <a:ext cx="1852800" cy="1751700"/>
            </a:xfrm>
            <a:prstGeom prst="roundRect">
              <a:avLst>
                <a:gd fmla="val 11320" name="adj"/>
              </a:avLst>
            </a:prstGeom>
            <a:noFill/>
            <a:ln cap="flat" cmpd="sng" w="26275">
              <a:solidFill>
                <a:schemeClr val="accent5"/>
              </a:solidFill>
              <a:prstDash val="solid"/>
              <a:round/>
              <a:headEnd len="sm" w="sm" type="none"/>
              <a:tailEnd len="sm" w="sm" type="none"/>
            </a:ln>
          </p:spPr>
          <p:txBody>
            <a:bodyPr anchorCtr="0" anchor="ctr" bIns="84075" lIns="84075" spcFirstLastPara="1" rIns="84075" wrap="square" tIns="84075">
              <a:noAutofit/>
            </a:bodyPr>
            <a:lstStyle/>
            <a:p>
              <a:pPr indent="0" lvl="0" marL="0" rtl="0" algn="l">
                <a:spcBef>
                  <a:spcPts val="0"/>
                </a:spcBef>
                <a:spcAft>
                  <a:spcPts val="0"/>
                </a:spcAft>
                <a:buNone/>
              </a:pPr>
              <a:r>
                <a:t/>
              </a:r>
              <a:endParaRPr/>
            </a:p>
          </p:txBody>
        </p:sp>
        <p:sp>
          <p:nvSpPr>
            <p:cNvPr id="1161" name="Google Shape;1161;p39"/>
            <p:cNvSpPr/>
            <p:nvPr/>
          </p:nvSpPr>
          <p:spPr>
            <a:xfrm>
              <a:off x="1018033" y="2284218"/>
              <a:ext cx="1162384" cy="719000"/>
            </a:xfrm>
            <a:custGeom>
              <a:rect b="b" l="l" r="r" t="t"/>
              <a:pathLst>
                <a:path extrusionOk="0" h="10593" w="17126">
                  <a:moveTo>
                    <a:pt x="1501" y="1"/>
                  </a:moveTo>
                  <a:cubicBezTo>
                    <a:pt x="667" y="1"/>
                    <a:pt x="0" y="668"/>
                    <a:pt x="0" y="1502"/>
                  </a:cubicBezTo>
                  <a:lnTo>
                    <a:pt x="0" y="7806"/>
                  </a:lnTo>
                  <a:cubicBezTo>
                    <a:pt x="0" y="8640"/>
                    <a:pt x="667" y="9307"/>
                    <a:pt x="1501" y="9307"/>
                  </a:cubicBezTo>
                  <a:lnTo>
                    <a:pt x="12976" y="9307"/>
                  </a:lnTo>
                  <a:lnTo>
                    <a:pt x="16445" y="10575"/>
                  </a:lnTo>
                  <a:cubicBezTo>
                    <a:pt x="16490" y="10587"/>
                    <a:pt x="16535" y="10593"/>
                    <a:pt x="16578" y="10593"/>
                  </a:cubicBezTo>
                  <a:cubicBezTo>
                    <a:pt x="16886" y="10593"/>
                    <a:pt x="17125" y="10297"/>
                    <a:pt x="16979" y="9975"/>
                  </a:cubicBezTo>
                  <a:lnTo>
                    <a:pt x="15678" y="6606"/>
                  </a:lnTo>
                  <a:lnTo>
                    <a:pt x="15678" y="1502"/>
                  </a:lnTo>
                  <a:cubicBezTo>
                    <a:pt x="15678" y="668"/>
                    <a:pt x="15011" y="1"/>
                    <a:pt x="14177" y="1"/>
                  </a:cubicBezTo>
                  <a:close/>
                </a:path>
              </a:pathLst>
            </a:custGeom>
            <a:solidFill>
              <a:schemeClr val="accent4"/>
            </a:solidFill>
            <a:ln>
              <a:noFill/>
            </a:ln>
          </p:spPr>
          <p:txBody>
            <a:bodyPr anchorCtr="0" anchor="ctr" bIns="84075" lIns="84075" spcFirstLastPara="1" rIns="84075" wrap="square" tIns="84075">
              <a:noAutofit/>
            </a:bodyPr>
            <a:lstStyle/>
            <a:p>
              <a:pPr indent="0" lvl="0" marL="0" rtl="0" algn="l">
                <a:spcBef>
                  <a:spcPts val="0"/>
                </a:spcBef>
                <a:spcAft>
                  <a:spcPts val="0"/>
                </a:spcAft>
                <a:buNone/>
              </a:pPr>
              <a:r>
                <a:t/>
              </a:r>
              <a:endParaRPr/>
            </a:p>
          </p:txBody>
        </p:sp>
      </p:grpSp>
      <p:grpSp>
        <p:nvGrpSpPr>
          <p:cNvPr id="1162" name="Google Shape;1162;p39"/>
          <p:cNvGrpSpPr/>
          <p:nvPr/>
        </p:nvGrpSpPr>
        <p:grpSpPr>
          <a:xfrm>
            <a:off x="5438621" y="2612354"/>
            <a:ext cx="1778688" cy="2222743"/>
            <a:chOff x="689100" y="2284218"/>
            <a:chExt cx="1852800" cy="2315357"/>
          </a:xfrm>
        </p:grpSpPr>
        <p:sp>
          <p:nvSpPr>
            <p:cNvPr id="1163" name="Google Shape;1163;p39"/>
            <p:cNvSpPr/>
            <p:nvPr/>
          </p:nvSpPr>
          <p:spPr>
            <a:xfrm>
              <a:off x="689100" y="2847875"/>
              <a:ext cx="1852800" cy="1751700"/>
            </a:xfrm>
            <a:prstGeom prst="roundRect">
              <a:avLst>
                <a:gd fmla="val 11320" name="adj"/>
              </a:avLst>
            </a:prstGeom>
            <a:noFill/>
            <a:ln cap="flat" cmpd="sng" w="27425">
              <a:solidFill>
                <a:schemeClr val="accent5"/>
              </a:solidFill>
              <a:prstDash val="solid"/>
              <a:round/>
              <a:headEnd len="sm" w="sm" type="none"/>
              <a:tailEnd len="sm" w="sm" type="none"/>
            </a:ln>
          </p:spPr>
          <p:txBody>
            <a:bodyPr anchorCtr="0" anchor="ctr" bIns="87775" lIns="87775" spcFirstLastPara="1" rIns="87775" wrap="square" tIns="87775">
              <a:noAutofit/>
            </a:bodyPr>
            <a:lstStyle/>
            <a:p>
              <a:pPr indent="0" lvl="0" marL="0" rtl="0" algn="l">
                <a:spcBef>
                  <a:spcPts val="0"/>
                </a:spcBef>
                <a:spcAft>
                  <a:spcPts val="0"/>
                </a:spcAft>
                <a:buNone/>
              </a:pPr>
              <a:r>
                <a:t/>
              </a:r>
              <a:endParaRPr sz="1344"/>
            </a:p>
          </p:txBody>
        </p:sp>
        <p:sp>
          <p:nvSpPr>
            <p:cNvPr id="1164" name="Google Shape;1164;p39"/>
            <p:cNvSpPr/>
            <p:nvPr/>
          </p:nvSpPr>
          <p:spPr>
            <a:xfrm>
              <a:off x="1018033" y="2284218"/>
              <a:ext cx="1162384" cy="719000"/>
            </a:xfrm>
            <a:custGeom>
              <a:rect b="b" l="l" r="r" t="t"/>
              <a:pathLst>
                <a:path extrusionOk="0" h="10593" w="17126">
                  <a:moveTo>
                    <a:pt x="1501" y="1"/>
                  </a:moveTo>
                  <a:cubicBezTo>
                    <a:pt x="667" y="1"/>
                    <a:pt x="0" y="668"/>
                    <a:pt x="0" y="1502"/>
                  </a:cubicBezTo>
                  <a:lnTo>
                    <a:pt x="0" y="7806"/>
                  </a:lnTo>
                  <a:cubicBezTo>
                    <a:pt x="0" y="8640"/>
                    <a:pt x="667" y="9307"/>
                    <a:pt x="1501" y="9307"/>
                  </a:cubicBezTo>
                  <a:lnTo>
                    <a:pt x="12976" y="9307"/>
                  </a:lnTo>
                  <a:lnTo>
                    <a:pt x="16445" y="10575"/>
                  </a:lnTo>
                  <a:cubicBezTo>
                    <a:pt x="16490" y="10587"/>
                    <a:pt x="16535" y="10593"/>
                    <a:pt x="16578" y="10593"/>
                  </a:cubicBezTo>
                  <a:cubicBezTo>
                    <a:pt x="16886" y="10593"/>
                    <a:pt x="17125" y="10297"/>
                    <a:pt x="16979" y="9975"/>
                  </a:cubicBezTo>
                  <a:lnTo>
                    <a:pt x="15678" y="6606"/>
                  </a:lnTo>
                  <a:lnTo>
                    <a:pt x="15678" y="1502"/>
                  </a:lnTo>
                  <a:cubicBezTo>
                    <a:pt x="15678" y="668"/>
                    <a:pt x="15011" y="1"/>
                    <a:pt x="14177" y="1"/>
                  </a:cubicBezTo>
                  <a:close/>
                </a:path>
              </a:pathLst>
            </a:custGeom>
            <a:solidFill>
              <a:schemeClr val="accent4"/>
            </a:solidFill>
            <a:ln>
              <a:noFill/>
            </a:ln>
          </p:spPr>
          <p:txBody>
            <a:bodyPr anchorCtr="0" anchor="ctr" bIns="87775" lIns="87775" spcFirstLastPara="1" rIns="87775" wrap="square" tIns="87775">
              <a:noAutofit/>
            </a:bodyPr>
            <a:lstStyle/>
            <a:p>
              <a:pPr indent="0" lvl="0" marL="0" rtl="0" algn="l">
                <a:spcBef>
                  <a:spcPts val="0"/>
                </a:spcBef>
                <a:spcAft>
                  <a:spcPts val="0"/>
                </a:spcAft>
                <a:buNone/>
              </a:pPr>
              <a:r>
                <a:t/>
              </a:r>
              <a:endParaRPr/>
            </a:p>
          </p:txBody>
        </p:sp>
      </p:grpSp>
      <p:grpSp>
        <p:nvGrpSpPr>
          <p:cNvPr id="1165" name="Google Shape;1165;p39"/>
          <p:cNvGrpSpPr/>
          <p:nvPr/>
        </p:nvGrpSpPr>
        <p:grpSpPr>
          <a:xfrm>
            <a:off x="3645702" y="1602605"/>
            <a:ext cx="1778688" cy="2222743"/>
            <a:chOff x="689100" y="2284218"/>
            <a:chExt cx="1852800" cy="2315357"/>
          </a:xfrm>
        </p:grpSpPr>
        <p:sp>
          <p:nvSpPr>
            <p:cNvPr id="1166" name="Google Shape;1166;p39"/>
            <p:cNvSpPr/>
            <p:nvPr/>
          </p:nvSpPr>
          <p:spPr>
            <a:xfrm>
              <a:off x="689100" y="2847875"/>
              <a:ext cx="1852800" cy="1751700"/>
            </a:xfrm>
            <a:prstGeom prst="roundRect">
              <a:avLst>
                <a:gd fmla="val 11320" name="adj"/>
              </a:avLst>
            </a:prstGeom>
            <a:noFill/>
            <a:ln cap="flat" cmpd="sng" w="27425">
              <a:solidFill>
                <a:schemeClr val="accent5"/>
              </a:solidFill>
              <a:prstDash val="solid"/>
              <a:round/>
              <a:headEnd len="sm" w="sm" type="none"/>
              <a:tailEnd len="sm" w="sm" type="none"/>
            </a:ln>
          </p:spPr>
          <p:txBody>
            <a:bodyPr anchorCtr="0" anchor="ctr" bIns="87775" lIns="87775" spcFirstLastPara="1" rIns="87775" wrap="square" tIns="87775">
              <a:noAutofit/>
            </a:bodyPr>
            <a:lstStyle/>
            <a:p>
              <a:pPr indent="0" lvl="0" marL="0" rtl="0" algn="l">
                <a:spcBef>
                  <a:spcPts val="0"/>
                </a:spcBef>
                <a:spcAft>
                  <a:spcPts val="0"/>
                </a:spcAft>
                <a:buNone/>
              </a:pPr>
              <a:r>
                <a:t/>
              </a:r>
              <a:endParaRPr sz="1344"/>
            </a:p>
          </p:txBody>
        </p:sp>
        <p:sp>
          <p:nvSpPr>
            <p:cNvPr id="1167" name="Google Shape;1167;p39"/>
            <p:cNvSpPr/>
            <p:nvPr/>
          </p:nvSpPr>
          <p:spPr>
            <a:xfrm>
              <a:off x="1018033" y="2284218"/>
              <a:ext cx="1162384" cy="719000"/>
            </a:xfrm>
            <a:custGeom>
              <a:rect b="b" l="l" r="r" t="t"/>
              <a:pathLst>
                <a:path extrusionOk="0" h="10593" w="17126">
                  <a:moveTo>
                    <a:pt x="1501" y="1"/>
                  </a:moveTo>
                  <a:cubicBezTo>
                    <a:pt x="667" y="1"/>
                    <a:pt x="0" y="668"/>
                    <a:pt x="0" y="1502"/>
                  </a:cubicBezTo>
                  <a:lnTo>
                    <a:pt x="0" y="7806"/>
                  </a:lnTo>
                  <a:cubicBezTo>
                    <a:pt x="0" y="8640"/>
                    <a:pt x="667" y="9307"/>
                    <a:pt x="1501" y="9307"/>
                  </a:cubicBezTo>
                  <a:lnTo>
                    <a:pt x="12976" y="9307"/>
                  </a:lnTo>
                  <a:lnTo>
                    <a:pt x="16445" y="10575"/>
                  </a:lnTo>
                  <a:cubicBezTo>
                    <a:pt x="16490" y="10587"/>
                    <a:pt x="16535" y="10593"/>
                    <a:pt x="16578" y="10593"/>
                  </a:cubicBezTo>
                  <a:cubicBezTo>
                    <a:pt x="16886" y="10593"/>
                    <a:pt x="17125" y="10297"/>
                    <a:pt x="16979" y="9975"/>
                  </a:cubicBezTo>
                  <a:lnTo>
                    <a:pt x="15678" y="6606"/>
                  </a:lnTo>
                  <a:lnTo>
                    <a:pt x="15678" y="1502"/>
                  </a:lnTo>
                  <a:cubicBezTo>
                    <a:pt x="15678" y="668"/>
                    <a:pt x="15011" y="1"/>
                    <a:pt x="14177" y="1"/>
                  </a:cubicBezTo>
                  <a:close/>
                </a:path>
              </a:pathLst>
            </a:custGeom>
            <a:solidFill>
              <a:schemeClr val="accent4"/>
            </a:solidFill>
            <a:ln>
              <a:noFill/>
            </a:ln>
          </p:spPr>
          <p:txBody>
            <a:bodyPr anchorCtr="0" anchor="ctr" bIns="87775" lIns="87775" spcFirstLastPara="1" rIns="87775" wrap="square" tIns="87775">
              <a:noAutofit/>
            </a:bodyPr>
            <a:lstStyle/>
            <a:p>
              <a:pPr indent="0" lvl="0" marL="0" rtl="0" algn="l">
                <a:spcBef>
                  <a:spcPts val="0"/>
                </a:spcBef>
                <a:spcAft>
                  <a:spcPts val="0"/>
                </a:spcAft>
                <a:buNone/>
              </a:pPr>
              <a:r>
                <a:t/>
              </a:r>
              <a:endParaRPr/>
            </a:p>
          </p:txBody>
        </p:sp>
      </p:grpSp>
      <p:sp>
        <p:nvSpPr>
          <p:cNvPr id="1168" name="Google Shape;1168;p39"/>
          <p:cNvSpPr/>
          <p:nvPr/>
        </p:nvSpPr>
        <p:spPr>
          <a:xfrm>
            <a:off x="1778675" y="3123375"/>
            <a:ext cx="1852800" cy="1751700"/>
          </a:xfrm>
          <a:prstGeom prst="roundRect">
            <a:avLst>
              <a:gd fmla="val 1132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9"/>
          <p:cNvSpPr/>
          <p:nvPr/>
        </p:nvSpPr>
        <p:spPr>
          <a:xfrm>
            <a:off x="2032958" y="2566043"/>
            <a:ext cx="1162384" cy="719000"/>
          </a:xfrm>
          <a:custGeom>
            <a:rect b="b" l="l" r="r" t="t"/>
            <a:pathLst>
              <a:path extrusionOk="0" h="10593" w="17126">
                <a:moveTo>
                  <a:pt x="1501" y="1"/>
                </a:moveTo>
                <a:cubicBezTo>
                  <a:pt x="667" y="1"/>
                  <a:pt x="0" y="668"/>
                  <a:pt x="0" y="1502"/>
                </a:cubicBezTo>
                <a:lnTo>
                  <a:pt x="0" y="7806"/>
                </a:lnTo>
                <a:cubicBezTo>
                  <a:pt x="0" y="8640"/>
                  <a:pt x="667" y="9307"/>
                  <a:pt x="1501" y="9307"/>
                </a:cubicBezTo>
                <a:lnTo>
                  <a:pt x="12976" y="9307"/>
                </a:lnTo>
                <a:lnTo>
                  <a:pt x="16445" y="10575"/>
                </a:lnTo>
                <a:cubicBezTo>
                  <a:pt x="16490" y="10587"/>
                  <a:pt x="16535" y="10593"/>
                  <a:pt x="16578" y="10593"/>
                </a:cubicBezTo>
                <a:cubicBezTo>
                  <a:pt x="16886" y="10593"/>
                  <a:pt x="17125" y="10297"/>
                  <a:pt x="16979" y="9975"/>
                </a:cubicBezTo>
                <a:lnTo>
                  <a:pt x="15678" y="6606"/>
                </a:lnTo>
                <a:lnTo>
                  <a:pt x="15678" y="1502"/>
                </a:lnTo>
                <a:cubicBezTo>
                  <a:pt x="15678" y="668"/>
                  <a:pt x="15011" y="1"/>
                  <a:pt x="1417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9"/>
          <p:cNvSpPr txBox="1"/>
          <p:nvPr>
            <p:ph type="title"/>
          </p:nvPr>
        </p:nvSpPr>
        <p:spPr>
          <a:xfrm>
            <a:off x="713225" y="457200"/>
            <a:ext cx="7717500" cy="572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TABLE OF CONTENTS</a:t>
            </a:r>
            <a:endParaRPr/>
          </a:p>
        </p:txBody>
      </p:sp>
      <p:sp>
        <p:nvSpPr>
          <p:cNvPr id="1171" name="Google Shape;1171;p39"/>
          <p:cNvSpPr txBox="1"/>
          <p:nvPr>
            <p:ph idx="3" type="subTitle"/>
          </p:nvPr>
        </p:nvSpPr>
        <p:spPr>
          <a:xfrm>
            <a:off x="60450" y="2800375"/>
            <a:ext cx="1704000" cy="572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Tech </a:t>
            </a:r>
            <a:endParaRPr/>
          </a:p>
          <a:p>
            <a:pPr indent="0" lvl="0" marL="0" rtl="0" algn="ctr">
              <a:spcBef>
                <a:spcPts val="0"/>
              </a:spcBef>
              <a:spcAft>
                <a:spcPts val="0"/>
              </a:spcAft>
              <a:buNone/>
            </a:pPr>
            <a:r>
              <a:rPr lang="en"/>
              <a:t>Stack</a:t>
            </a:r>
            <a:endParaRPr/>
          </a:p>
        </p:txBody>
      </p:sp>
      <p:sp>
        <p:nvSpPr>
          <p:cNvPr id="1172" name="Google Shape;1172;p39"/>
          <p:cNvSpPr txBox="1"/>
          <p:nvPr>
            <p:ph idx="1" type="subTitle"/>
          </p:nvPr>
        </p:nvSpPr>
        <p:spPr>
          <a:xfrm>
            <a:off x="340750" y="1791675"/>
            <a:ext cx="1068000" cy="572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01</a:t>
            </a:r>
            <a:endParaRPr/>
          </a:p>
        </p:txBody>
      </p:sp>
      <p:sp>
        <p:nvSpPr>
          <p:cNvPr id="1173" name="Google Shape;1173;p39"/>
          <p:cNvSpPr txBox="1"/>
          <p:nvPr>
            <p:ph idx="4" type="subTitle"/>
          </p:nvPr>
        </p:nvSpPr>
        <p:spPr>
          <a:xfrm>
            <a:off x="2032950" y="2570050"/>
            <a:ext cx="1068000" cy="572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02</a:t>
            </a:r>
            <a:endParaRPr/>
          </a:p>
        </p:txBody>
      </p:sp>
      <p:sp>
        <p:nvSpPr>
          <p:cNvPr id="1174" name="Google Shape;1174;p39"/>
          <p:cNvSpPr txBox="1"/>
          <p:nvPr>
            <p:ph idx="6" type="subTitle"/>
          </p:nvPr>
        </p:nvSpPr>
        <p:spPr>
          <a:xfrm>
            <a:off x="1797788" y="3770637"/>
            <a:ext cx="1828800" cy="4572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Profit </a:t>
            </a:r>
            <a:endParaRPr/>
          </a:p>
          <a:p>
            <a:pPr indent="0" lvl="0" marL="0" rtl="0" algn="ctr">
              <a:spcBef>
                <a:spcPts val="0"/>
              </a:spcBef>
              <a:spcAft>
                <a:spcPts val="0"/>
              </a:spcAft>
              <a:buNone/>
            </a:pPr>
            <a:r>
              <a:rPr lang="en"/>
              <a:t>Model</a:t>
            </a:r>
            <a:endParaRPr/>
          </a:p>
        </p:txBody>
      </p:sp>
      <p:sp>
        <p:nvSpPr>
          <p:cNvPr id="1175" name="Google Shape;1175;p39"/>
          <p:cNvSpPr txBox="1"/>
          <p:nvPr>
            <p:ph idx="7" type="subTitle"/>
          </p:nvPr>
        </p:nvSpPr>
        <p:spPr>
          <a:xfrm>
            <a:off x="3963988" y="1602600"/>
            <a:ext cx="1068000" cy="572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03</a:t>
            </a:r>
            <a:endParaRPr/>
          </a:p>
        </p:txBody>
      </p:sp>
      <p:sp>
        <p:nvSpPr>
          <p:cNvPr id="1176" name="Google Shape;1176;p39"/>
          <p:cNvSpPr txBox="1"/>
          <p:nvPr>
            <p:ph idx="9" type="subTitle"/>
          </p:nvPr>
        </p:nvSpPr>
        <p:spPr>
          <a:xfrm>
            <a:off x="3667950" y="2748000"/>
            <a:ext cx="1778700" cy="572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2NF </a:t>
            </a:r>
            <a:endParaRPr/>
          </a:p>
          <a:p>
            <a:pPr indent="0" lvl="0" marL="0" rtl="0" algn="ctr">
              <a:spcBef>
                <a:spcPts val="0"/>
              </a:spcBef>
              <a:spcAft>
                <a:spcPts val="0"/>
              </a:spcAft>
              <a:buNone/>
            </a:pPr>
            <a:r>
              <a:rPr lang="en"/>
              <a:t>DIAGRAM</a:t>
            </a:r>
            <a:endParaRPr/>
          </a:p>
        </p:txBody>
      </p:sp>
      <p:sp>
        <p:nvSpPr>
          <p:cNvPr id="1177" name="Google Shape;1177;p39"/>
          <p:cNvSpPr txBox="1"/>
          <p:nvPr>
            <p:ph idx="13" type="subTitle"/>
          </p:nvPr>
        </p:nvSpPr>
        <p:spPr>
          <a:xfrm>
            <a:off x="5726375" y="2570050"/>
            <a:ext cx="1068000" cy="572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04</a:t>
            </a:r>
            <a:endParaRPr/>
          </a:p>
        </p:txBody>
      </p:sp>
      <p:sp>
        <p:nvSpPr>
          <p:cNvPr id="1178" name="Google Shape;1178;p39"/>
          <p:cNvSpPr txBox="1"/>
          <p:nvPr>
            <p:ph idx="15" type="subTitle"/>
          </p:nvPr>
        </p:nvSpPr>
        <p:spPr>
          <a:xfrm>
            <a:off x="5413550" y="4016950"/>
            <a:ext cx="1828800" cy="4572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User and Host </a:t>
            </a:r>
            <a:endParaRPr/>
          </a:p>
          <a:p>
            <a:pPr indent="0" lvl="0" marL="0" rtl="0" algn="ctr">
              <a:spcBef>
                <a:spcPts val="0"/>
              </a:spcBef>
              <a:spcAft>
                <a:spcPts val="0"/>
              </a:spcAft>
              <a:buNone/>
            </a:pPr>
            <a:r>
              <a:rPr lang="en"/>
              <a:t>Journey</a:t>
            </a:r>
            <a:endParaRPr/>
          </a:p>
        </p:txBody>
      </p:sp>
      <p:grpSp>
        <p:nvGrpSpPr>
          <p:cNvPr id="1179" name="Google Shape;1179;p39"/>
          <p:cNvGrpSpPr/>
          <p:nvPr/>
        </p:nvGrpSpPr>
        <p:grpSpPr>
          <a:xfrm>
            <a:off x="7217325" y="1556302"/>
            <a:ext cx="1852800" cy="2315357"/>
            <a:chOff x="689100" y="2284218"/>
            <a:chExt cx="1852800" cy="2315357"/>
          </a:xfrm>
        </p:grpSpPr>
        <p:sp>
          <p:nvSpPr>
            <p:cNvPr id="1180" name="Google Shape;1180;p39"/>
            <p:cNvSpPr/>
            <p:nvPr/>
          </p:nvSpPr>
          <p:spPr>
            <a:xfrm>
              <a:off x="689100" y="2847875"/>
              <a:ext cx="1852800" cy="1751700"/>
            </a:xfrm>
            <a:prstGeom prst="roundRect">
              <a:avLst>
                <a:gd fmla="val 1132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9"/>
            <p:cNvSpPr/>
            <p:nvPr/>
          </p:nvSpPr>
          <p:spPr>
            <a:xfrm>
              <a:off x="1018033" y="2284218"/>
              <a:ext cx="1162384" cy="719000"/>
            </a:xfrm>
            <a:custGeom>
              <a:rect b="b" l="l" r="r" t="t"/>
              <a:pathLst>
                <a:path extrusionOk="0" h="10593" w="17126">
                  <a:moveTo>
                    <a:pt x="1501" y="1"/>
                  </a:moveTo>
                  <a:cubicBezTo>
                    <a:pt x="667" y="1"/>
                    <a:pt x="0" y="668"/>
                    <a:pt x="0" y="1502"/>
                  </a:cubicBezTo>
                  <a:lnTo>
                    <a:pt x="0" y="7806"/>
                  </a:lnTo>
                  <a:cubicBezTo>
                    <a:pt x="0" y="8640"/>
                    <a:pt x="667" y="9307"/>
                    <a:pt x="1501" y="9307"/>
                  </a:cubicBezTo>
                  <a:lnTo>
                    <a:pt x="12976" y="9307"/>
                  </a:lnTo>
                  <a:lnTo>
                    <a:pt x="16445" y="10575"/>
                  </a:lnTo>
                  <a:cubicBezTo>
                    <a:pt x="16490" y="10587"/>
                    <a:pt x="16535" y="10593"/>
                    <a:pt x="16578" y="10593"/>
                  </a:cubicBezTo>
                  <a:cubicBezTo>
                    <a:pt x="16886" y="10593"/>
                    <a:pt x="17125" y="10297"/>
                    <a:pt x="16979" y="9975"/>
                  </a:cubicBezTo>
                  <a:lnTo>
                    <a:pt x="15678" y="6606"/>
                  </a:lnTo>
                  <a:lnTo>
                    <a:pt x="15678" y="1502"/>
                  </a:lnTo>
                  <a:cubicBezTo>
                    <a:pt x="15678" y="668"/>
                    <a:pt x="15011" y="1"/>
                    <a:pt x="1417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2" name="Google Shape;1182;p39"/>
          <p:cNvSpPr txBox="1"/>
          <p:nvPr>
            <p:ph idx="13" type="subTitle"/>
          </p:nvPr>
        </p:nvSpPr>
        <p:spPr>
          <a:xfrm>
            <a:off x="7572650" y="1556300"/>
            <a:ext cx="1068000" cy="572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05</a:t>
            </a:r>
            <a:endParaRPr/>
          </a:p>
        </p:txBody>
      </p:sp>
      <p:sp>
        <p:nvSpPr>
          <p:cNvPr id="1183" name="Google Shape;1183;p39"/>
          <p:cNvSpPr txBox="1"/>
          <p:nvPr>
            <p:ph idx="15" type="subTitle"/>
          </p:nvPr>
        </p:nvSpPr>
        <p:spPr>
          <a:xfrm>
            <a:off x="7192238" y="2987300"/>
            <a:ext cx="1828800" cy="4572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Learning Curve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40"/>
          <p:cNvSpPr txBox="1"/>
          <p:nvPr>
            <p:ph type="title"/>
          </p:nvPr>
        </p:nvSpPr>
        <p:spPr>
          <a:xfrm>
            <a:off x="3212175" y="2039069"/>
            <a:ext cx="41148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TECH STACK</a:t>
            </a:r>
            <a:endParaRPr/>
          </a:p>
        </p:txBody>
      </p:sp>
      <p:sp>
        <p:nvSpPr>
          <p:cNvPr id="1189" name="Google Shape;1189;p40"/>
          <p:cNvSpPr txBox="1"/>
          <p:nvPr>
            <p:ph idx="2" type="title"/>
          </p:nvPr>
        </p:nvSpPr>
        <p:spPr>
          <a:xfrm>
            <a:off x="387900" y="1508760"/>
            <a:ext cx="2288100" cy="19635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01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41"/>
          <p:cNvSpPr txBox="1"/>
          <p:nvPr>
            <p:ph idx="1" type="subTitle"/>
          </p:nvPr>
        </p:nvSpPr>
        <p:spPr>
          <a:xfrm>
            <a:off x="3003025" y="724125"/>
            <a:ext cx="5952900" cy="3642000"/>
          </a:xfrm>
          <a:prstGeom prst="rect">
            <a:avLst/>
          </a:prstGeom>
        </p:spPr>
        <p:txBody>
          <a:bodyPr anchorCtr="0" anchor="t" bIns="0" lIns="0" spcFirstLastPara="1" rIns="0" wrap="square" tIns="0">
            <a:noAutofit/>
          </a:bodyPr>
          <a:lstStyle/>
          <a:p>
            <a:pPr indent="-311150" lvl="0" marL="457200" rtl="0" algn="l">
              <a:lnSpc>
                <a:spcPct val="115000"/>
              </a:lnSpc>
              <a:spcBef>
                <a:spcPts val="1200"/>
              </a:spcBef>
              <a:spcAft>
                <a:spcPts val="0"/>
              </a:spcAft>
              <a:buClr>
                <a:schemeClr val="accent4"/>
              </a:buClr>
              <a:buSzPts val="1300"/>
              <a:buFont typeface="Arial"/>
              <a:buChar char="●"/>
            </a:pPr>
            <a:r>
              <a:rPr b="1" lang="en" sz="1300"/>
              <a:t>Frontend: React.js</a:t>
            </a:r>
            <a:endParaRPr b="1" sz="1300"/>
          </a:p>
          <a:p>
            <a:pPr indent="-304800" lvl="1" marL="914400" rtl="0" algn="l">
              <a:lnSpc>
                <a:spcPct val="115000"/>
              </a:lnSpc>
              <a:spcBef>
                <a:spcPts val="0"/>
              </a:spcBef>
              <a:spcAft>
                <a:spcPts val="0"/>
              </a:spcAft>
              <a:buClr>
                <a:schemeClr val="accent4"/>
              </a:buClr>
              <a:buSzPts val="1200"/>
              <a:buFont typeface="Lato"/>
              <a:buChar char="○"/>
            </a:pPr>
            <a:r>
              <a:rPr lang="en" sz="1200">
                <a:solidFill>
                  <a:schemeClr val="accent4"/>
                </a:solidFill>
                <a:latin typeface="Lato"/>
                <a:ea typeface="Lato"/>
                <a:cs typeface="Lato"/>
                <a:sym typeface="Lato"/>
              </a:rPr>
              <a:t>User interface for both the student ticketing portal and the organizer dashboard.</a:t>
            </a:r>
            <a:endParaRPr sz="1200">
              <a:solidFill>
                <a:schemeClr val="accent4"/>
              </a:solidFill>
              <a:latin typeface="Lato"/>
              <a:ea typeface="Lato"/>
              <a:cs typeface="Lato"/>
              <a:sym typeface="Lato"/>
            </a:endParaRPr>
          </a:p>
          <a:p>
            <a:pPr indent="-311150" lvl="0" marL="457200" rtl="0" algn="l">
              <a:lnSpc>
                <a:spcPct val="115000"/>
              </a:lnSpc>
              <a:spcBef>
                <a:spcPts val="0"/>
              </a:spcBef>
              <a:spcAft>
                <a:spcPts val="0"/>
              </a:spcAft>
              <a:buClr>
                <a:schemeClr val="accent4"/>
              </a:buClr>
              <a:buSzPts val="1300"/>
              <a:buFont typeface="Arial"/>
              <a:buChar char="●"/>
            </a:pPr>
            <a:r>
              <a:rPr b="1" lang="en" sz="1300"/>
              <a:t>Backend: Python (Flask)</a:t>
            </a:r>
            <a:endParaRPr b="1" sz="1300"/>
          </a:p>
          <a:p>
            <a:pPr indent="-304800" lvl="1" marL="914400" rtl="0" algn="l">
              <a:lnSpc>
                <a:spcPct val="115000"/>
              </a:lnSpc>
              <a:spcBef>
                <a:spcPts val="0"/>
              </a:spcBef>
              <a:spcAft>
                <a:spcPts val="0"/>
              </a:spcAft>
              <a:buClr>
                <a:schemeClr val="accent4"/>
              </a:buClr>
              <a:buSzPts val="1200"/>
              <a:buFont typeface="Lato"/>
              <a:buChar char="○"/>
            </a:pPr>
            <a:r>
              <a:rPr lang="en" sz="1200">
                <a:solidFill>
                  <a:schemeClr val="accent4"/>
                </a:solidFill>
                <a:latin typeface="Lato"/>
                <a:ea typeface="Lato"/>
                <a:cs typeface="Lato"/>
                <a:sym typeface="Lato"/>
              </a:rPr>
              <a:t>Serves as the API layer, handling logic between the frontend and the database, including the AI chatbot integration.</a:t>
            </a:r>
            <a:endParaRPr sz="1200">
              <a:solidFill>
                <a:schemeClr val="accent4"/>
              </a:solidFill>
              <a:latin typeface="Lato"/>
              <a:ea typeface="Lato"/>
              <a:cs typeface="Lato"/>
              <a:sym typeface="Lato"/>
            </a:endParaRPr>
          </a:p>
          <a:p>
            <a:pPr indent="-311150" lvl="0" marL="457200" rtl="0" algn="l">
              <a:lnSpc>
                <a:spcPct val="115000"/>
              </a:lnSpc>
              <a:spcBef>
                <a:spcPts val="0"/>
              </a:spcBef>
              <a:spcAft>
                <a:spcPts val="0"/>
              </a:spcAft>
              <a:buClr>
                <a:schemeClr val="accent4"/>
              </a:buClr>
              <a:buSzPts val="1300"/>
              <a:buFont typeface="Arial"/>
              <a:buChar char="●"/>
            </a:pPr>
            <a:r>
              <a:rPr b="1" lang="en" sz="1300"/>
              <a:t>Database: MySQL</a:t>
            </a:r>
            <a:endParaRPr b="1" sz="1300"/>
          </a:p>
          <a:p>
            <a:pPr indent="-304800" lvl="1" marL="914400" rtl="0" algn="l">
              <a:lnSpc>
                <a:spcPct val="115000"/>
              </a:lnSpc>
              <a:spcBef>
                <a:spcPts val="0"/>
              </a:spcBef>
              <a:spcAft>
                <a:spcPts val="0"/>
              </a:spcAft>
              <a:buClr>
                <a:schemeClr val="accent4"/>
              </a:buClr>
              <a:buSzPts val="1200"/>
              <a:buFont typeface="Lato"/>
              <a:buChar char="○"/>
            </a:pPr>
            <a:r>
              <a:rPr lang="en" sz="1200">
                <a:solidFill>
                  <a:schemeClr val="accent4"/>
                </a:solidFill>
                <a:latin typeface="Lato"/>
                <a:ea typeface="Lato"/>
                <a:cs typeface="Lato"/>
                <a:sym typeface="Lato"/>
              </a:rPr>
              <a:t>Stores persistent relational data for Users, Events, Tickets, and Payments in a structured 2NF format.</a:t>
            </a:r>
            <a:endParaRPr sz="1200">
              <a:solidFill>
                <a:schemeClr val="accent4"/>
              </a:solidFill>
              <a:latin typeface="Lato"/>
              <a:ea typeface="Lato"/>
              <a:cs typeface="Lato"/>
              <a:sym typeface="Lato"/>
            </a:endParaRPr>
          </a:p>
          <a:p>
            <a:pPr indent="-311150" lvl="0" marL="457200" rtl="0" algn="l">
              <a:lnSpc>
                <a:spcPct val="115000"/>
              </a:lnSpc>
              <a:spcBef>
                <a:spcPts val="0"/>
              </a:spcBef>
              <a:spcAft>
                <a:spcPts val="0"/>
              </a:spcAft>
              <a:buClr>
                <a:schemeClr val="accent4"/>
              </a:buClr>
              <a:buSzPts val="1300"/>
              <a:buFont typeface="Arial"/>
              <a:buChar char="●"/>
            </a:pPr>
            <a:r>
              <a:rPr b="1" lang="en" sz="1300"/>
              <a:t>Deployment: Docker</a:t>
            </a:r>
            <a:endParaRPr b="1" sz="1300"/>
          </a:p>
          <a:p>
            <a:pPr indent="-304800" lvl="1" marL="914400" rtl="0" algn="l">
              <a:lnSpc>
                <a:spcPct val="115000"/>
              </a:lnSpc>
              <a:spcBef>
                <a:spcPts val="0"/>
              </a:spcBef>
              <a:spcAft>
                <a:spcPts val="0"/>
              </a:spcAft>
              <a:buClr>
                <a:schemeClr val="accent4"/>
              </a:buClr>
              <a:buSzPts val="1200"/>
              <a:buFont typeface="Lato"/>
              <a:buChar char="○"/>
            </a:pPr>
            <a:r>
              <a:rPr lang="en" sz="1200">
                <a:solidFill>
                  <a:schemeClr val="accent4"/>
                </a:solidFill>
                <a:latin typeface="Lato"/>
                <a:ea typeface="Lato"/>
                <a:cs typeface="Lato"/>
                <a:sym typeface="Lato"/>
              </a:rPr>
              <a:t>Containerizes the application services to ensure consistent environments across development and production.</a:t>
            </a:r>
            <a:endParaRPr sz="1200">
              <a:solidFill>
                <a:schemeClr val="accent4"/>
              </a:solidFill>
              <a:latin typeface="Lato"/>
              <a:ea typeface="Lato"/>
              <a:cs typeface="Lato"/>
              <a:sym typeface="Lato"/>
            </a:endParaRPr>
          </a:p>
          <a:p>
            <a:pPr indent="-311150" lvl="0" marL="457200" rtl="0" algn="l">
              <a:lnSpc>
                <a:spcPct val="115000"/>
              </a:lnSpc>
              <a:spcBef>
                <a:spcPts val="0"/>
              </a:spcBef>
              <a:spcAft>
                <a:spcPts val="0"/>
              </a:spcAft>
              <a:buClr>
                <a:schemeClr val="accent4"/>
              </a:buClr>
              <a:buSzPts val="1300"/>
              <a:buFont typeface="Arial"/>
              <a:buChar char="●"/>
            </a:pPr>
            <a:r>
              <a:rPr b="1" lang="en" sz="1300"/>
              <a:t>Report: Excel Integration</a:t>
            </a:r>
            <a:endParaRPr b="1" sz="1300"/>
          </a:p>
          <a:p>
            <a:pPr indent="-304800" lvl="1" marL="914400" rtl="0" algn="l">
              <a:lnSpc>
                <a:spcPct val="115000"/>
              </a:lnSpc>
              <a:spcBef>
                <a:spcPts val="0"/>
              </a:spcBef>
              <a:spcAft>
                <a:spcPts val="0"/>
              </a:spcAft>
              <a:buClr>
                <a:schemeClr val="accent4"/>
              </a:buClr>
              <a:buSzPts val="1200"/>
              <a:buFont typeface="Lato"/>
              <a:buChar char="○"/>
            </a:pPr>
            <a:r>
              <a:rPr lang="en" sz="1200">
                <a:solidFill>
                  <a:schemeClr val="accent4"/>
                </a:solidFill>
                <a:latin typeface="Lato"/>
                <a:ea typeface="Lato"/>
                <a:cs typeface="Lato"/>
                <a:sym typeface="Lato"/>
              </a:rPr>
              <a:t>Automated generation of attendance and revenue spreadsheets for organizations.</a:t>
            </a:r>
            <a:endParaRPr sz="1200">
              <a:solidFill>
                <a:schemeClr val="accent4"/>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42"/>
          <p:cNvSpPr txBox="1"/>
          <p:nvPr>
            <p:ph type="title"/>
          </p:nvPr>
        </p:nvSpPr>
        <p:spPr>
          <a:xfrm>
            <a:off x="3212175" y="2013276"/>
            <a:ext cx="4497900" cy="666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PROFIT MODEL</a:t>
            </a:r>
            <a:endParaRPr/>
          </a:p>
        </p:txBody>
      </p:sp>
      <p:sp>
        <p:nvSpPr>
          <p:cNvPr id="1200" name="Google Shape;1200;p42"/>
          <p:cNvSpPr txBox="1"/>
          <p:nvPr>
            <p:ph idx="1" type="subTitle"/>
          </p:nvPr>
        </p:nvSpPr>
        <p:spPr>
          <a:xfrm>
            <a:off x="3212175" y="2743200"/>
            <a:ext cx="4114800" cy="666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01" name="Google Shape;1201;p42"/>
          <p:cNvSpPr txBox="1"/>
          <p:nvPr>
            <p:ph idx="2" type="title"/>
          </p:nvPr>
        </p:nvSpPr>
        <p:spPr>
          <a:xfrm>
            <a:off x="387900" y="1508760"/>
            <a:ext cx="2288100" cy="19635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02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43"/>
          <p:cNvSpPr txBox="1"/>
          <p:nvPr>
            <p:ph idx="1" type="subTitle"/>
          </p:nvPr>
        </p:nvSpPr>
        <p:spPr>
          <a:xfrm>
            <a:off x="2960450" y="694775"/>
            <a:ext cx="5580000" cy="34263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304800" lvl="0" marL="457200" rtl="0" algn="l">
              <a:lnSpc>
                <a:spcPct val="115000"/>
              </a:lnSpc>
              <a:spcBef>
                <a:spcPts val="1200"/>
              </a:spcBef>
              <a:spcAft>
                <a:spcPts val="0"/>
              </a:spcAft>
              <a:buSzPts val="1200"/>
              <a:buAutoNum type="arabicPeriod"/>
            </a:pPr>
            <a:r>
              <a:rPr b="1" lang="en" sz="1200"/>
              <a:t>Commission: </a:t>
            </a:r>
            <a:r>
              <a:rPr lang="en" sz="1200"/>
              <a:t>We take a 5-10% service fee on every paid ticket sold through the platform.</a:t>
            </a:r>
            <a:endParaRPr sz="1200"/>
          </a:p>
          <a:p>
            <a:pPr indent="0" lvl="0" marL="457200" rtl="0" algn="l">
              <a:lnSpc>
                <a:spcPct val="115000"/>
              </a:lnSpc>
              <a:spcBef>
                <a:spcPts val="1200"/>
              </a:spcBef>
              <a:spcAft>
                <a:spcPts val="0"/>
              </a:spcAft>
              <a:buNone/>
            </a:pPr>
            <a:r>
              <a:rPr lang="en" sz="1200"/>
              <a:t>Event Page "Rental": Organizations pay a tiered fee to host their event pages, based on the volume of attendees or "Premium" organization status.</a:t>
            </a:r>
            <a:endParaRPr sz="1200"/>
          </a:p>
          <a:p>
            <a:pPr indent="0" lvl="0" marL="457200" rtl="0" algn="l">
              <a:lnSpc>
                <a:spcPct val="115000"/>
              </a:lnSpc>
              <a:spcBef>
                <a:spcPts val="1200"/>
              </a:spcBef>
              <a:spcAft>
                <a:spcPts val="0"/>
              </a:spcAft>
              <a:buNone/>
            </a:pPr>
            <a:r>
              <a:rPr lang="en" sz="1200"/>
              <a:t>Advertising &amp; Sponsorships:</a:t>
            </a:r>
            <a:endParaRPr sz="1200"/>
          </a:p>
          <a:p>
            <a:pPr indent="-304800" lvl="1" marL="914400" rtl="0" algn="l">
              <a:lnSpc>
                <a:spcPct val="115000"/>
              </a:lnSpc>
              <a:spcBef>
                <a:spcPts val="1200"/>
              </a:spcBef>
              <a:spcAft>
                <a:spcPts val="0"/>
              </a:spcAft>
              <a:buClr>
                <a:schemeClr val="accent4"/>
              </a:buClr>
              <a:buSzPts val="1200"/>
              <a:buChar char="○"/>
            </a:pPr>
            <a:r>
              <a:rPr lang="en" sz="1200">
                <a:solidFill>
                  <a:schemeClr val="accent4"/>
                </a:solidFill>
                <a:latin typeface="Lato"/>
                <a:ea typeface="Lato"/>
                <a:cs typeface="Lato"/>
                <a:sym typeface="Lato"/>
              </a:rPr>
              <a:t>Banner Ads: Local businesses or campus partners can purchase ad space (</a:t>
            </a:r>
            <a:r>
              <a:rPr lang="en" sz="1200">
                <a:solidFill>
                  <a:schemeClr val="accent5"/>
                </a:solidFill>
                <a:latin typeface="Lato"/>
                <a:ea typeface="Lato"/>
                <a:cs typeface="Lato"/>
                <a:sym typeface="Lato"/>
              </a:rPr>
              <a:t>ADVERTISEMENTS</a:t>
            </a:r>
            <a:r>
              <a:rPr lang="en" sz="1200">
                <a:solidFill>
                  <a:schemeClr val="accent4"/>
                </a:solidFill>
                <a:latin typeface="Lato"/>
                <a:ea typeface="Lato"/>
                <a:cs typeface="Lato"/>
                <a:sym typeface="Lato"/>
              </a:rPr>
              <a:t> table).</a:t>
            </a:r>
            <a:endParaRPr sz="1200">
              <a:solidFill>
                <a:schemeClr val="accent4"/>
              </a:solidFill>
              <a:latin typeface="Lato"/>
              <a:ea typeface="Lato"/>
              <a:cs typeface="Lato"/>
              <a:sym typeface="Lato"/>
            </a:endParaRPr>
          </a:p>
          <a:p>
            <a:pPr indent="-304800" lvl="1" marL="914400" rtl="0" algn="l">
              <a:lnSpc>
                <a:spcPct val="115000"/>
              </a:lnSpc>
              <a:spcBef>
                <a:spcPts val="0"/>
              </a:spcBef>
              <a:spcAft>
                <a:spcPts val="0"/>
              </a:spcAft>
              <a:buClr>
                <a:schemeClr val="accent4"/>
              </a:buClr>
              <a:buSzPts val="1200"/>
              <a:buChar char="○"/>
            </a:pPr>
            <a:r>
              <a:rPr lang="en" sz="1200">
                <a:solidFill>
                  <a:schemeClr val="accent4"/>
                </a:solidFill>
                <a:latin typeface="Lato"/>
                <a:ea typeface="Lato"/>
                <a:cs typeface="Lato"/>
                <a:sym typeface="Lato"/>
              </a:rPr>
              <a:t>Featured Events: Hosts can pay for "Recommendation spots" to appear at the top of the feed or be suggested by the AI Chatbot.</a:t>
            </a:r>
            <a:endParaRPr sz="1200">
              <a:solidFill>
                <a:schemeClr val="accent4"/>
              </a:solidFill>
              <a:latin typeface="Lato"/>
              <a:ea typeface="Lato"/>
              <a:cs typeface="Lato"/>
              <a:sym typeface="Lato"/>
            </a:endParaRPr>
          </a:p>
          <a:p>
            <a:pPr indent="-304800" lvl="0" marL="457200" rtl="0" algn="l">
              <a:lnSpc>
                <a:spcPct val="115000"/>
              </a:lnSpc>
              <a:spcBef>
                <a:spcPts val="0"/>
              </a:spcBef>
              <a:spcAft>
                <a:spcPts val="0"/>
              </a:spcAft>
              <a:buClr>
                <a:schemeClr val="accent4"/>
              </a:buClr>
              <a:buSzPts val="1200"/>
              <a:buFont typeface="Arial"/>
              <a:buAutoNum type="arabicPeriod"/>
            </a:pPr>
            <a:r>
              <a:rPr b="1" lang="en" sz="1200"/>
              <a:t>VIP Memberships</a:t>
            </a:r>
            <a:r>
              <a:rPr lang="en" sz="1200"/>
              <a:t>: Students can purchase a VIP status for early access to tickets (</a:t>
            </a:r>
            <a:r>
              <a:rPr lang="en" sz="1200">
                <a:solidFill>
                  <a:schemeClr val="accent5"/>
                </a:solidFill>
              </a:rPr>
              <a:t>vip_access_time</a:t>
            </a:r>
            <a:r>
              <a:rPr lang="en" sz="1200"/>
              <a:t>), generating subscription-like revenue.</a:t>
            </a:r>
            <a:endParaRPr sz="1200"/>
          </a:p>
          <a:p>
            <a:pPr indent="0" lvl="0" marL="0" rtl="0" algn="l">
              <a:spcBef>
                <a:spcPts val="12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44"/>
          <p:cNvSpPr txBox="1"/>
          <p:nvPr>
            <p:ph type="title"/>
          </p:nvPr>
        </p:nvSpPr>
        <p:spPr>
          <a:xfrm>
            <a:off x="3212175" y="2039069"/>
            <a:ext cx="41148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2NF DIAGRAM</a:t>
            </a:r>
            <a:endParaRPr/>
          </a:p>
        </p:txBody>
      </p:sp>
      <p:sp>
        <p:nvSpPr>
          <p:cNvPr id="1212" name="Google Shape;1212;p44"/>
          <p:cNvSpPr txBox="1"/>
          <p:nvPr>
            <p:ph idx="1" type="subTitle"/>
          </p:nvPr>
        </p:nvSpPr>
        <p:spPr>
          <a:xfrm>
            <a:off x="3212175" y="2743200"/>
            <a:ext cx="4114800" cy="666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13" name="Google Shape;1213;p44"/>
          <p:cNvSpPr txBox="1"/>
          <p:nvPr>
            <p:ph idx="2" type="title"/>
          </p:nvPr>
        </p:nvSpPr>
        <p:spPr>
          <a:xfrm>
            <a:off x="387900" y="1508760"/>
            <a:ext cx="2288100" cy="19635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03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45"/>
          <p:cNvSpPr txBox="1"/>
          <p:nvPr>
            <p:ph type="title"/>
          </p:nvPr>
        </p:nvSpPr>
        <p:spPr>
          <a:xfrm>
            <a:off x="3212175" y="2039069"/>
            <a:ext cx="41148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1219" name="Google Shape;1219;p45"/>
          <p:cNvSpPr txBox="1"/>
          <p:nvPr>
            <p:ph idx="1" type="subTitle"/>
          </p:nvPr>
        </p:nvSpPr>
        <p:spPr>
          <a:xfrm>
            <a:off x="3212175" y="2743200"/>
            <a:ext cx="4114800" cy="666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220" name="Google Shape;1220;p45" title="Screenshot 2025-12-13 at 12.29.18 AM.png"/>
          <p:cNvPicPr preferRelativeResize="0"/>
          <p:nvPr/>
        </p:nvPicPr>
        <p:blipFill>
          <a:blip r:embed="rId3">
            <a:alphaModFix/>
          </a:blip>
          <a:stretch>
            <a:fillRect/>
          </a:stretch>
        </p:blipFill>
        <p:spPr>
          <a:xfrm>
            <a:off x="521500" y="280225"/>
            <a:ext cx="8101002" cy="43867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46"/>
          <p:cNvSpPr txBox="1"/>
          <p:nvPr>
            <p:ph type="title"/>
          </p:nvPr>
        </p:nvSpPr>
        <p:spPr>
          <a:xfrm>
            <a:off x="3212175" y="1576050"/>
            <a:ext cx="4721400" cy="1167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USER &amp; HOST JOURNEY </a:t>
            </a:r>
            <a:endParaRPr/>
          </a:p>
        </p:txBody>
      </p:sp>
      <p:sp>
        <p:nvSpPr>
          <p:cNvPr id="1226" name="Google Shape;1226;p46"/>
          <p:cNvSpPr txBox="1"/>
          <p:nvPr>
            <p:ph idx="1" type="subTitle"/>
          </p:nvPr>
        </p:nvSpPr>
        <p:spPr>
          <a:xfrm>
            <a:off x="3212175" y="2743200"/>
            <a:ext cx="4114800" cy="666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FLOW DIAGRAM</a:t>
            </a:r>
            <a:endParaRPr/>
          </a:p>
        </p:txBody>
      </p:sp>
      <p:sp>
        <p:nvSpPr>
          <p:cNvPr id="1227" name="Google Shape;1227;p46"/>
          <p:cNvSpPr txBox="1"/>
          <p:nvPr>
            <p:ph idx="2" type="title"/>
          </p:nvPr>
        </p:nvSpPr>
        <p:spPr>
          <a:xfrm>
            <a:off x="387900" y="1508760"/>
            <a:ext cx="2288100" cy="19635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04</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47"/>
          <p:cNvSpPr txBox="1"/>
          <p:nvPr>
            <p:ph type="title"/>
          </p:nvPr>
        </p:nvSpPr>
        <p:spPr>
          <a:xfrm>
            <a:off x="148950" y="3998925"/>
            <a:ext cx="5084700" cy="6018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USER JOURNEY </a:t>
            </a:r>
            <a:endParaRPr/>
          </a:p>
        </p:txBody>
      </p:sp>
      <p:sp>
        <p:nvSpPr>
          <p:cNvPr id="1233" name="Google Shape;1233;p47"/>
          <p:cNvSpPr/>
          <p:nvPr/>
        </p:nvSpPr>
        <p:spPr>
          <a:xfrm>
            <a:off x="560625" y="276750"/>
            <a:ext cx="1075500" cy="666900"/>
          </a:xfrm>
          <a:prstGeom prst="round2DiagRect">
            <a:avLst>
              <a:gd fmla="val 16667" name="adj1"/>
              <a:gd fmla="val 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chemeClr val="accent5"/>
                </a:solidFill>
              </a:rPr>
              <a:t>LOGIN </a:t>
            </a:r>
            <a:endParaRPr b="1" i="1" sz="1100">
              <a:solidFill>
                <a:schemeClr val="accent5"/>
              </a:solidFill>
            </a:endParaRPr>
          </a:p>
        </p:txBody>
      </p:sp>
      <p:sp>
        <p:nvSpPr>
          <p:cNvPr id="1234" name="Google Shape;1234;p47"/>
          <p:cNvSpPr/>
          <p:nvPr/>
        </p:nvSpPr>
        <p:spPr>
          <a:xfrm>
            <a:off x="1504700" y="1016575"/>
            <a:ext cx="1075500" cy="666900"/>
          </a:xfrm>
          <a:prstGeom prst="round2DiagRect">
            <a:avLst>
              <a:gd fmla="val 16667" name="adj1"/>
              <a:gd fmla="val 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chemeClr val="accent5"/>
                </a:solidFill>
              </a:rPr>
              <a:t>HOMEPAGE</a:t>
            </a:r>
            <a:endParaRPr b="1" i="1" sz="1100">
              <a:solidFill>
                <a:schemeClr val="accent5"/>
              </a:solidFill>
            </a:endParaRPr>
          </a:p>
          <a:p>
            <a:pPr indent="0" lvl="0" marL="0" rtl="0" algn="ctr">
              <a:spcBef>
                <a:spcPts val="0"/>
              </a:spcBef>
              <a:spcAft>
                <a:spcPts val="0"/>
              </a:spcAft>
              <a:buNone/>
            </a:pPr>
            <a:r>
              <a:rPr b="1" i="1" lang="en" sz="900">
                <a:solidFill>
                  <a:schemeClr val="accent5"/>
                </a:solidFill>
              </a:rPr>
              <a:t>(chatbot)</a:t>
            </a:r>
            <a:endParaRPr b="1" i="1" sz="900">
              <a:solidFill>
                <a:schemeClr val="accent5"/>
              </a:solidFill>
            </a:endParaRPr>
          </a:p>
        </p:txBody>
      </p:sp>
      <p:sp>
        <p:nvSpPr>
          <p:cNvPr id="1235" name="Google Shape;1235;p47"/>
          <p:cNvSpPr/>
          <p:nvPr/>
        </p:nvSpPr>
        <p:spPr>
          <a:xfrm>
            <a:off x="4802600" y="3017275"/>
            <a:ext cx="1075500" cy="666900"/>
          </a:xfrm>
          <a:prstGeom prst="round2DiagRect">
            <a:avLst>
              <a:gd fmla="val 16667" name="adj1"/>
              <a:gd fmla="val 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chemeClr val="accent5"/>
                </a:solidFill>
              </a:rPr>
              <a:t>TICKET</a:t>
            </a:r>
            <a:endParaRPr b="1" i="1" sz="1100">
              <a:solidFill>
                <a:schemeClr val="accent5"/>
              </a:solidFill>
            </a:endParaRPr>
          </a:p>
        </p:txBody>
      </p:sp>
      <p:sp>
        <p:nvSpPr>
          <p:cNvPr id="1236" name="Google Shape;1236;p47"/>
          <p:cNvSpPr/>
          <p:nvPr/>
        </p:nvSpPr>
        <p:spPr>
          <a:xfrm>
            <a:off x="3655700" y="2350375"/>
            <a:ext cx="1075500" cy="666900"/>
          </a:xfrm>
          <a:prstGeom prst="round2DiagRect">
            <a:avLst>
              <a:gd fmla="val 16667" name="adj1"/>
              <a:gd fmla="val 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chemeClr val="accent5"/>
                </a:solidFill>
              </a:rPr>
              <a:t>PAYMENT</a:t>
            </a:r>
            <a:endParaRPr b="1" i="1" sz="1100">
              <a:solidFill>
                <a:schemeClr val="accent5"/>
              </a:solidFill>
            </a:endParaRPr>
          </a:p>
        </p:txBody>
      </p:sp>
      <p:sp>
        <p:nvSpPr>
          <p:cNvPr id="1237" name="Google Shape;1237;p47"/>
          <p:cNvSpPr/>
          <p:nvPr/>
        </p:nvSpPr>
        <p:spPr>
          <a:xfrm>
            <a:off x="2580200" y="1683475"/>
            <a:ext cx="1075500" cy="666900"/>
          </a:xfrm>
          <a:prstGeom prst="round2DiagRect">
            <a:avLst>
              <a:gd fmla="val 16667" name="adj1"/>
              <a:gd fmla="val 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chemeClr val="accent5"/>
                </a:solidFill>
              </a:rPr>
              <a:t>SELECT EVENT</a:t>
            </a:r>
            <a:endParaRPr b="1" i="1" sz="1100">
              <a:solidFill>
                <a:schemeClr val="accent5"/>
              </a:solidFill>
            </a:endParaRPr>
          </a:p>
        </p:txBody>
      </p:sp>
      <p:sp>
        <p:nvSpPr>
          <p:cNvPr id="1238" name="Google Shape;1238;p47"/>
          <p:cNvSpPr/>
          <p:nvPr/>
        </p:nvSpPr>
        <p:spPr>
          <a:xfrm>
            <a:off x="5878100" y="3790675"/>
            <a:ext cx="1075500" cy="666900"/>
          </a:xfrm>
          <a:prstGeom prst="round2DiagRect">
            <a:avLst>
              <a:gd fmla="val 16667" name="adj1"/>
              <a:gd fmla="val 0" name="adj2"/>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000">
                <a:solidFill>
                  <a:schemeClr val="accent5"/>
                </a:solidFill>
              </a:rPr>
              <a:t>QR/TICKET CLIP</a:t>
            </a:r>
            <a:endParaRPr b="1" i="1" sz="1000">
              <a:solidFill>
                <a:schemeClr val="accent5"/>
              </a:solidFill>
            </a:endParaRPr>
          </a:p>
        </p:txBody>
      </p:sp>
      <p:sp>
        <p:nvSpPr>
          <p:cNvPr id="1239" name="Google Shape;1239;p47"/>
          <p:cNvSpPr txBox="1"/>
          <p:nvPr/>
        </p:nvSpPr>
        <p:spPr>
          <a:xfrm>
            <a:off x="4664300" y="594925"/>
            <a:ext cx="3396900" cy="190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4"/>
                </a:solidFill>
                <a:latin typeface="Lato"/>
                <a:ea typeface="Lato"/>
                <a:cs typeface="Lato"/>
                <a:sym typeface="Lato"/>
              </a:rPr>
              <a:t>Sarah, a student, logs in looking for something interesting but she’s broke.  She asks the AI Chatbot for  affordable suggestions. The bot recommends cheaper if not  She purchases a ticket, pays instantly, and receives a QR code. At the door, she scans in.</a:t>
            </a:r>
            <a:endParaRPr b="1" sz="1500">
              <a:solidFill>
                <a:schemeClr val="accent4"/>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48"/>
          <p:cNvSpPr txBox="1"/>
          <p:nvPr>
            <p:ph type="title"/>
          </p:nvPr>
        </p:nvSpPr>
        <p:spPr>
          <a:xfrm>
            <a:off x="4607175" y="3540594"/>
            <a:ext cx="4114800" cy="6411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HOST JOURNEY </a:t>
            </a:r>
            <a:endParaRPr/>
          </a:p>
        </p:txBody>
      </p:sp>
      <p:sp>
        <p:nvSpPr>
          <p:cNvPr id="1245" name="Google Shape;1245;p48"/>
          <p:cNvSpPr/>
          <p:nvPr/>
        </p:nvSpPr>
        <p:spPr>
          <a:xfrm>
            <a:off x="2752975" y="3016200"/>
            <a:ext cx="1130100" cy="666900"/>
          </a:xfrm>
          <a:prstGeom prst="round2DiagRect">
            <a:avLst>
              <a:gd fmla="val 16667" name="adj1"/>
              <a:gd fmla="val 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chemeClr val="accent5"/>
                </a:solidFill>
              </a:rPr>
              <a:t>Check-in Attendees</a:t>
            </a:r>
            <a:endParaRPr b="1" i="1" sz="1100">
              <a:solidFill>
                <a:schemeClr val="accent5"/>
              </a:solidFill>
            </a:endParaRPr>
          </a:p>
        </p:txBody>
      </p:sp>
      <p:sp>
        <p:nvSpPr>
          <p:cNvPr id="1246" name="Google Shape;1246;p48"/>
          <p:cNvSpPr/>
          <p:nvPr/>
        </p:nvSpPr>
        <p:spPr>
          <a:xfrm>
            <a:off x="7634900" y="170250"/>
            <a:ext cx="1130100" cy="666900"/>
          </a:xfrm>
          <a:prstGeom prst="round2DiagRect">
            <a:avLst>
              <a:gd fmla="val 16667" name="adj1"/>
              <a:gd fmla="val 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chemeClr val="accent5"/>
                </a:solidFill>
              </a:rPr>
              <a:t>ADMIN </a:t>
            </a:r>
            <a:r>
              <a:rPr b="1" i="1" lang="en" sz="1100">
                <a:solidFill>
                  <a:schemeClr val="accent5"/>
                </a:solidFill>
              </a:rPr>
              <a:t>LOGIN </a:t>
            </a:r>
            <a:endParaRPr b="1" i="1" sz="1100">
              <a:solidFill>
                <a:schemeClr val="accent5"/>
              </a:solidFill>
            </a:endParaRPr>
          </a:p>
        </p:txBody>
      </p:sp>
      <p:sp>
        <p:nvSpPr>
          <p:cNvPr id="1247" name="Google Shape;1247;p48"/>
          <p:cNvSpPr/>
          <p:nvPr/>
        </p:nvSpPr>
        <p:spPr>
          <a:xfrm>
            <a:off x="4034250" y="2349300"/>
            <a:ext cx="1075500" cy="666900"/>
          </a:xfrm>
          <a:prstGeom prst="round2DiagRect">
            <a:avLst>
              <a:gd fmla="val 16667" name="adj1"/>
              <a:gd fmla="val 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chemeClr val="accent5"/>
                </a:solidFill>
              </a:rPr>
              <a:t>Monitor Dashboard</a:t>
            </a:r>
            <a:endParaRPr b="1" i="1" sz="1100">
              <a:solidFill>
                <a:schemeClr val="accent5"/>
              </a:solidFill>
            </a:endParaRPr>
          </a:p>
        </p:txBody>
      </p:sp>
      <p:sp>
        <p:nvSpPr>
          <p:cNvPr id="1248" name="Google Shape;1248;p48"/>
          <p:cNvSpPr/>
          <p:nvPr/>
        </p:nvSpPr>
        <p:spPr>
          <a:xfrm>
            <a:off x="5172325" y="1610550"/>
            <a:ext cx="1130100" cy="666900"/>
          </a:xfrm>
          <a:prstGeom prst="round2DiagRect">
            <a:avLst>
              <a:gd fmla="val 16667" name="adj1"/>
              <a:gd fmla="val 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chemeClr val="accent5"/>
                </a:solidFill>
              </a:rPr>
              <a:t>Publish Event</a:t>
            </a:r>
            <a:r>
              <a:rPr b="1" i="1" lang="en" sz="1100">
                <a:solidFill>
                  <a:schemeClr val="accent5"/>
                </a:solidFill>
              </a:rPr>
              <a:t> </a:t>
            </a:r>
            <a:endParaRPr b="1" i="1" sz="1100">
              <a:solidFill>
                <a:schemeClr val="accent5"/>
              </a:solidFill>
            </a:endParaRPr>
          </a:p>
        </p:txBody>
      </p:sp>
      <p:sp>
        <p:nvSpPr>
          <p:cNvPr id="1249" name="Google Shape;1249;p48"/>
          <p:cNvSpPr/>
          <p:nvPr/>
        </p:nvSpPr>
        <p:spPr>
          <a:xfrm>
            <a:off x="6388250" y="890400"/>
            <a:ext cx="1130100" cy="666900"/>
          </a:xfrm>
          <a:prstGeom prst="round2DiagRect">
            <a:avLst>
              <a:gd fmla="val 16667" name="adj1"/>
              <a:gd fmla="val 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chemeClr val="accent5"/>
                </a:solidFill>
              </a:rPr>
              <a:t>CREATE EVENT</a:t>
            </a:r>
            <a:endParaRPr b="1" i="1" sz="1100">
              <a:solidFill>
                <a:schemeClr val="accent5"/>
              </a:solidFill>
            </a:endParaRPr>
          </a:p>
          <a:p>
            <a:pPr indent="0" lvl="0" marL="0" rtl="0" algn="ctr">
              <a:spcBef>
                <a:spcPts val="0"/>
              </a:spcBef>
              <a:spcAft>
                <a:spcPts val="0"/>
              </a:spcAft>
              <a:buNone/>
            </a:pPr>
            <a:r>
              <a:rPr b="1" i="1" lang="en" sz="600">
                <a:solidFill>
                  <a:schemeClr val="accent5"/>
                </a:solidFill>
              </a:rPr>
              <a:t>(Set Date/Price/VIP)</a:t>
            </a:r>
            <a:endParaRPr b="1" i="1" sz="600">
              <a:solidFill>
                <a:schemeClr val="accent5"/>
              </a:solidFill>
            </a:endParaRPr>
          </a:p>
        </p:txBody>
      </p:sp>
      <p:sp>
        <p:nvSpPr>
          <p:cNvPr id="1250" name="Google Shape;1250;p48"/>
          <p:cNvSpPr/>
          <p:nvPr/>
        </p:nvSpPr>
        <p:spPr>
          <a:xfrm>
            <a:off x="1510350" y="3789600"/>
            <a:ext cx="1130100" cy="666900"/>
          </a:xfrm>
          <a:prstGeom prst="round2DiagRect">
            <a:avLst>
              <a:gd fmla="val 16667" name="adj1"/>
              <a:gd fmla="val 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chemeClr val="accent5"/>
                </a:solidFill>
              </a:rPr>
              <a:t>Revenue Report</a:t>
            </a:r>
            <a:r>
              <a:rPr b="1" i="1" lang="en" sz="1100">
                <a:solidFill>
                  <a:schemeClr val="accent5"/>
                </a:solidFill>
              </a:rPr>
              <a:t> </a:t>
            </a:r>
            <a:endParaRPr b="1" i="1" sz="1100">
              <a:solidFill>
                <a:schemeClr val="accent5"/>
              </a:solidFill>
            </a:endParaRPr>
          </a:p>
        </p:txBody>
      </p:sp>
      <p:sp>
        <p:nvSpPr>
          <p:cNvPr id="1251" name="Google Shape;1251;p48"/>
          <p:cNvSpPr txBox="1"/>
          <p:nvPr/>
        </p:nvSpPr>
        <p:spPr>
          <a:xfrm>
            <a:off x="319475" y="553750"/>
            <a:ext cx="3714900" cy="230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Clr>
                <a:schemeClr val="dk1"/>
              </a:buClr>
              <a:buSzPts val="1100"/>
              <a:buFont typeface="Arial"/>
              <a:buNone/>
            </a:pPr>
            <a:r>
              <a:rPr b="1" lang="en" sz="1500">
                <a:solidFill>
                  <a:schemeClr val="accent4"/>
                </a:solidFill>
                <a:latin typeface="Lato"/>
                <a:ea typeface="Lato"/>
                <a:cs typeface="Lato"/>
                <a:sym typeface="Lato"/>
              </a:rPr>
              <a:t>The "Chess Club" wants to host a tournament. The admin logs in, creates the event with a VIP early bird time, and sets the ticket price. As tickets sell, they monitor the dashboard. After the event, they export an Excel sheet to see total revenue.</a:t>
            </a:r>
            <a:endParaRPr b="1" sz="1500">
              <a:solidFill>
                <a:schemeClr val="accent4"/>
              </a:solidFill>
              <a:latin typeface="Lato"/>
              <a:ea typeface="Lato"/>
              <a:cs typeface="Lato"/>
              <a:sym typeface="Lato"/>
            </a:endParaRPr>
          </a:p>
          <a:p>
            <a:pPr indent="0" lvl="0" marL="0" rtl="0" algn="ctr">
              <a:spcBef>
                <a:spcPts val="1200"/>
              </a:spcBef>
              <a:spcAft>
                <a:spcPts val="0"/>
              </a:spcAft>
              <a:buNone/>
            </a:pPr>
            <a:r>
              <a:t/>
            </a:r>
            <a:endParaRPr sz="1500">
              <a:solidFill>
                <a:schemeClr val="accent4"/>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49"/>
          <p:cNvSpPr txBox="1"/>
          <p:nvPr>
            <p:ph type="title"/>
          </p:nvPr>
        </p:nvSpPr>
        <p:spPr>
          <a:xfrm>
            <a:off x="3212175" y="2039069"/>
            <a:ext cx="41148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LEARNING CURVE</a:t>
            </a:r>
            <a:endParaRPr/>
          </a:p>
        </p:txBody>
      </p:sp>
      <p:sp>
        <p:nvSpPr>
          <p:cNvPr id="1257" name="Google Shape;1257;p49"/>
          <p:cNvSpPr txBox="1"/>
          <p:nvPr>
            <p:ph idx="1" type="subTitle"/>
          </p:nvPr>
        </p:nvSpPr>
        <p:spPr>
          <a:xfrm>
            <a:off x="3212175" y="2743200"/>
            <a:ext cx="4114800" cy="666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DID WE LEARN THIS SEMESTER </a:t>
            </a:r>
            <a:endParaRPr/>
          </a:p>
        </p:txBody>
      </p:sp>
      <p:sp>
        <p:nvSpPr>
          <p:cNvPr id="1258" name="Google Shape;1258;p49"/>
          <p:cNvSpPr txBox="1"/>
          <p:nvPr>
            <p:ph idx="2" type="title"/>
          </p:nvPr>
        </p:nvSpPr>
        <p:spPr>
          <a:xfrm>
            <a:off x="387900" y="1508760"/>
            <a:ext cx="2288100" cy="19635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05</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50"/>
          <p:cNvSpPr txBox="1"/>
          <p:nvPr>
            <p:ph idx="1" type="subTitle"/>
          </p:nvPr>
        </p:nvSpPr>
        <p:spPr>
          <a:xfrm>
            <a:off x="2973425" y="604200"/>
            <a:ext cx="5903400" cy="3935100"/>
          </a:xfrm>
          <a:prstGeom prst="rect">
            <a:avLst/>
          </a:prstGeom>
        </p:spPr>
        <p:txBody>
          <a:bodyPr anchorCtr="0" anchor="t" bIns="0" lIns="0" spcFirstLastPara="1" rIns="0" wrap="square" tIns="0">
            <a:noAutofit/>
          </a:bodyPr>
          <a:lstStyle/>
          <a:p>
            <a:pPr indent="0" lvl="0" marL="0" rtl="0" algn="ctr">
              <a:lnSpc>
                <a:spcPct val="150000"/>
              </a:lnSpc>
              <a:spcBef>
                <a:spcPts val="1200"/>
              </a:spcBef>
              <a:spcAft>
                <a:spcPts val="0"/>
              </a:spcAft>
              <a:buNone/>
            </a:pPr>
            <a:r>
              <a:rPr b="1" lang="en" sz="1500"/>
              <a:t>     This semester, we implemented Docker for the first time to containerize our React and Flask services. This drastically reduced debugging time and taught us modern DevOps practices used in the industry."</a:t>
            </a:r>
            <a:endParaRPr b="1" sz="1500"/>
          </a:p>
          <a:p>
            <a:pPr indent="0" lvl="0" marL="0" rtl="0" algn="ctr">
              <a:lnSpc>
                <a:spcPct val="150000"/>
              </a:lnSpc>
              <a:spcBef>
                <a:spcPts val="1200"/>
              </a:spcBef>
              <a:spcAft>
                <a:spcPts val="0"/>
              </a:spcAft>
              <a:buClr>
                <a:schemeClr val="dk1"/>
              </a:buClr>
              <a:buSzPts val="1100"/>
              <a:buFont typeface="Arial"/>
              <a:buNone/>
            </a:pPr>
            <a:r>
              <a:rPr b="1" lang="en" sz="1500"/>
              <a:t>    We all also learned about the full stack development workflow. How to coordinate developing the frontend, backend and database</a:t>
            </a:r>
            <a:br>
              <a:rPr b="1" lang="en" sz="1500"/>
            </a:br>
            <a:br>
              <a:rPr b="1" lang="en" sz="1500"/>
            </a:br>
            <a:r>
              <a:rPr b="1" lang="en" sz="1500"/>
              <a:t>    And finally, we learned how to communicate technical ideas to each other. Explaining APIs and react components to each other</a:t>
            </a:r>
            <a:endParaRPr b="1" sz="1500"/>
          </a:p>
          <a:p>
            <a:pPr indent="0" lvl="0" marL="0" rtl="0" algn="l">
              <a:lnSpc>
                <a:spcPct val="115000"/>
              </a:lnSpc>
              <a:spcBef>
                <a:spcPts val="1200"/>
              </a:spcBef>
              <a:spcAft>
                <a:spcPts val="0"/>
              </a:spcAft>
              <a:buClr>
                <a:schemeClr val="dk1"/>
              </a:buClr>
              <a:buSzPts val="1100"/>
              <a:buFont typeface="Arial"/>
              <a:buNone/>
            </a:pPr>
            <a:r>
              <a:t/>
            </a:r>
            <a:endParaRPr b="1" sz="1500"/>
          </a:p>
          <a:p>
            <a:pPr indent="0" lvl="0" marL="0" rtl="0" algn="l">
              <a:spcBef>
                <a:spcPts val="1200"/>
              </a:spcBef>
              <a:spcAft>
                <a:spcPts val="0"/>
              </a:spcAft>
              <a:buNone/>
            </a:pPr>
            <a:r>
              <a:t/>
            </a:r>
            <a:endParaRPr b="1"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51"/>
          <p:cNvSpPr txBox="1"/>
          <p:nvPr>
            <p:ph type="title"/>
          </p:nvPr>
        </p:nvSpPr>
        <p:spPr>
          <a:xfrm>
            <a:off x="2716475" y="1693200"/>
            <a:ext cx="3966600" cy="1757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THANK YOU!</a:t>
            </a:r>
            <a:endParaRPr/>
          </a:p>
        </p:txBody>
      </p:sp>
      <p:grpSp>
        <p:nvGrpSpPr>
          <p:cNvPr id="1269" name="Google Shape;1269;p51"/>
          <p:cNvGrpSpPr/>
          <p:nvPr/>
        </p:nvGrpSpPr>
        <p:grpSpPr>
          <a:xfrm>
            <a:off x="1295313" y="539504"/>
            <a:ext cx="1764065" cy="2802431"/>
            <a:chOff x="713225" y="850150"/>
            <a:chExt cx="2340850" cy="3718725"/>
          </a:xfrm>
        </p:grpSpPr>
        <p:sp>
          <p:nvSpPr>
            <p:cNvPr id="1270" name="Google Shape;1270;p51"/>
            <p:cNvSpPr/>
            <p:nvPr/>
          </p:nvSpPr>
          <p:spPr>
            <a:xfrm>
              <a:off x="713225" y="850150"/>
              <a:ext cx="652150" cy="975050"/>
            </a:xfrm>
            <a:custGeom>
              <a:rect b="b" l="l" r="r" t="t"/>
              <a:pathLst>
                <a:path extrusionOk="0" h="39002" w="26086">
                  <a:moveTo>
                    <a:pt x="6279" y="0"/>
                  </a:moveTo>
                  <a:cubicBezTo>
                    <a:pt x="5593" y="0"/>
                    <a:pt x="5070" y="540"/>
                    <a:pt x="5070" y="540"/>
                  </a:cubicBezTo>
                  <a:cubicBezTo>
                    <a:pt x="4725" y="267"/>
                    <a:pt x="4419" y="168"/>
                    <a:pt x="4156" y="168"/>
                  </a:cubicBezTo>
                  <a:cubicBezTo>
                    <a:pt x="3457" y="168"/>
                    <a:pt x="3069" y="874"/>
                    <a:pt x="3069" y="874"/>
                  </a:cubicBezTo>
                  <a:cubicBezTo>
                    <a:pt x="2953" y="803"/>
                    <a:pt x="2821" y="774"/>
                    <a:pt x="2683" y="774"/>
                  </a:cubicBezTo>
                  <a:cubicBezTo>
                    <a:pt x="2108" y="774"/>
                    <a:pt x="1434" y="1274"/>
                    <a:pt x="1434" y="1274"/>
                  </a:cubicBezTo>
                  <a:cubicBezTo>
                    <a:pt x="1331" y="1216"/>
                    <a:pt x="1226" y="1191"/>
                    <a:pt x="1121" y="1191"/>
                  </a:cubicBezTo>
                  <a:cubicBezTo>
                    <a:pt x="685" y="1191"/>
                    <a:pt x="268" y="1638"/>
                    <a:pt x="134" y="2041"/>
                  </a:cubicBezTo>
                  <a:cubicBezTo>
                    <a:pt x="0" y="2608"/>
                    <a:pt x="734" y="6978"/>
                    <a:pt x="1101" y="7479"/>
                  </a:cubicBezTo>
                  <a:cubicBezTo>
                    <a:pt x="1334" y="7812"/>
                    <a:pt x="1968" y="8146"/>
                    <a:pt x="2302" y="8279"/>
                  </a:cubicBezTo>
                  <a:cubicBezTo>
                    <a:pt x="2302" y="8346"/>
                    <a:pt x="2335" y="8479"/>
                    <a:pt x="2402" y="8679"/>
                  </a:cubicBezTo>
                  <a:cubicBezTo>
                    <a:pt x="2969" y="11281"/>
                    <a:pt x="5671" y="22656"/>
                    <a:pt x="7339" y="26125"/>
                  </a:cubicBezTo>
                  <a:cubicBezTo>
                    <a:pt x="7505" y="26492"/>
                    <a:pt x="7672" y="26792"/>
                    <a:pt x="7839" y="26959"/>
                  </a:cubicBezTo>
                  <a:cubicBezTo>
                    <a:pt x="9607" y="28861"/>
                    <a:pt x="16178" y="36800"/>
                    <a:pt x="24618" y="39001"/>
                  </a:cubicBezTo>
                  <a:cubicBezTo>
                    <a:pt x="24651" y="39001"/>
                    <a:pt x="26085" y="35599"/>
                    <a:pt x="23584" y="30295"/>
                  </a:cubicBezTo>
                  <a:cubicBezTo>
                    <a:pt x="23584" y="30295"/>
                    <a:pt x="18747" y="26159"/>
                    <a:pt x="14244" y="23957"/>
                  </a:cubicBezTo>
                  <a:cubicBezTo>
                    <a:pt x="14244" y="23957"/>
                    <a:pt x="12109" y="18086"/>
                    <a:pt x="9807" y="14350"/>
                  </a:cubicBezTo>
                  <a:cubicBezTo>
                    <a:pt x="8306" y="11982"/>
                    <a:pt x="7639" y="9246"/>
                    <a:pt x="7339" y="7579"/>
                  </a:cubicBezTo>
                  <a:lnTo>
                    <a:pt x="7239" y="7278"/>
                  </a:lnTo>
                  <a:cubicBezTo>
                    <a:pt x="7272" y="7178"/>
                    <a:pt x="7305" y="7012"/>
                    <a:pt x="7305" y="6878"/>
                  </a:cubicBezTo>
                  <a:cubicBezTo>
                    <a:pt x="7439" y="6778"/>
                    <a:pt x="8273" y="5844"/>
                    <a:pt x="8439" y="5144"/>
                  </a:cubicBezTo>
                  <a:cubicBezTo>
                    <a:pt x="8573" y="4777"/>
                    <a:pt x="8139" y="4443"/>
                    <a:pt x="7672" y="4143"/>
                  </a:cubicBezTo>
                  <a:cubicBezTo>
                    <a:pt x="8106" y="3342"/>
                    <a:pt x="8139" y="1174"/>
                    <a:pt x="7172" y="340"/>
                  </a:cubicBezTo>
                  <a:cubicBezTo>
                    <a:pt x="6864" y="90"/>
                    <a:pt x="6558" y="0"/>
                    <a:pt x="62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1"/>
            <p:cNvSpPr/>
            <p:nvPr/>
          </p:nvSpPr>
          <p:spPr>
            <a:xfrm>
              <a:off x="2622075" y="2066175"/>
              <a:ext cx="142625" cy="122600"/>
            </a:xfrm>
            <a:custGeom>
              <a:rect b="b" l="l" r="r" t="t"/>
              <a:pathLst>
                <a:path extrusionOk="0" h="4904" w="5705">
                  <a:moveTo>
                    <a:pt x="1201" y="0"/>
                  </a:moveTo>
                  <a:cubicBezTo>
                    <a:pt x="801" y="634"/>
                    <a:pt x="368" y="1235"/>
                    <a:pt x="1" y="1868"/>
                  </a:cubicBezTo>
                  <a:lnTo>
                    <a:pt x="4704" y="4904"/>
                  </a:lnTo>
                  <a:cubicBezTo>
                    <a:pt x="5038" y="4037"/>
                    <a:pt x="5371" y="3203"/>
                    <a:pt x="5705" y="2369"/>
                  </a:cubicBezTo>
                  <a:lnTo>
                    <a:pt x="1201" y="0"/>
                  </a:lnTo>
                  <a:close/>
                </a:path>
              </a:pathLst>
            </a:custGeom>
            <a:solidFill>
              <a:srgbClr val="F39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51"/>
            <p:cNvSpPr/>
            <p:nvPr/>
          </p:nvSpPr>
          <p:spPr>
            <a:xfrm>
              <a:off x="2496150" y="2287175"/>
              <a:ext cx="32550" cy="105925"/>
            </a:xfrm>
            <a:custGeom>
              <a:rect b="b" l="l" r="r" t="t"/>
              <a:pathLst>
                <a:path extrusionOk="0" h="4237" w="1302">
                  <a:moveTo>
                    <a:pt x="968" y="0"/>
                  </a:moveTo>
                  <a:lnTo>
                    <a:pt x="968" y="0"/>
                  </a:lnTo>
                  <a:cubicBezTo>
                    <a:pt x="701" y="534"/>
                    <a:pt x="534" y="834"/>
                    <a:pt x="534" y="834"/>
                  </a:cubicBezTo>
                  <a:cubicBezTo>
                    <a:pt x="368" y="701"/>
                    <a:pt x="201" y="534"/>
                    <a:pt x="1" y="400"/>
                  </a:cubicBezTo>
                  <a:lnTo>
                    <a:pt x="1" y="400"/>
                  </a:lnTo>
                  <a:cubicBezTo>
                    <a:pt x="1" y="401"/>
                    <a:pt x="735" y="2835"/>
                    <a:pt x="401" y="4236"/>
                  </a:cubicBezTo>
                  <a:cubicBezTo>
                    <a:pt x="401" y="4236"/>
                    <a:pt x="1302" y="3069"/>
                    <a:pt x="968" y="0"/>
                  </a:cubicBezTo>
                  <a:close/>
                </a:path>
              </a:pathLst>
            </a:custGeom>
            <a:solidFill>
              <a:srgbClr val="F39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51"/>
            <p:cNvSpPr/>
            <p:nvPr/>
          </p:nvSpPr>
          <p:spPr>
            <a:xfrm>
              <a:off x="1946600" y="3872475"/>
              <a:ext cx="330725" cy="408050"/>
            </a:xfrm>
            <a:custGeom>
              <a:rect b="b" l="l" r="r" t="t"/>
              <a:pathLst>
                <a:path extrusionOk="0" h="16322" w="13229">
                  <a:moveTo>
                    <a:pt x="3136" y="0"/>
                  </a:moveTo>
                  <a:cubicBezTo>
                    <a:pt x="2169" y="33"/>
                    <a:pt x="1068" y="1801"/>
                    <a:pt x="401" y="3036"/>
                  </a:cubicBezTo>
                  <a:cubicBezTo>
                    <a:pt x="367" y="3136"/>
                    <a:pt x="367" y="3169"/>
                    <a:pt x="334" y="3202"/>
                  </a:cubicBezTo>
                  <a:cubicBezTo>
                    <a:pt x="0" y="3836"/>
                    <a:pt x="34" y="4637"/>
                    <a:pt x="467" y="5204"/>
                  </a:cubicBezTo>
                  <a:cubicBezTo>
                    <a:pt x="1034" y="6104"/>
                    <a:pt x="1968" y="7472"/>
                    <a:pt x="2969" y="9140"/>
                  </a:cubicBezTo>
                  <a:cubicBezTo>
                    <a:pt x="4637" y="11942"/>
                    <a:pt x="5638" y="13510"/>
                    <a:pt x="8440" y="15144"/>
                  </a:cubicBezTo>
                  <a:cubicBezTo>
                    <a:pt x="9782" y="15937"/>
                    <a:pt x="10967" y="16321"/>
                    <a:pt x="11813" y="16321"/>
                  </a:cubicBezTo>
                  <a:cubicBezTo>
                    <a:pt x="12713" y="16321"/>
                    <a:pt x="13229" y="15886"/>
                    <a:pt x="13143" y="15044"/>
                  </a:cubicBezTo>
                  <a:cubicBezTo>
                    <a:pt x="13143" y="14977"/>
                    <a:pt x="13143" y="14877"/>
                    <a:pt x="13076" y="14811"/>
                  </a:cubicBezTo>
                  <a:cubicBezTo>
                    <a:pt x="13043" y="14677"/>
                    <a:pt x="13010" y="14544"/>
                    <a:pt x="12910" y="14377"/>
                  </a:cubicBezTo>
                  <a:cubicBezTo>
                    <a:pt x="12076" y="12542"/>
                    <a:pt x="9374" y="9307"/>
                    <a:pt x="9407" y="7872"/>
                  </a:cubicBezTo>
                  <a:cubicBezTo>
                    <a:pt x="9507" y="6305"/>
                    <a:pt x="7873" y="2602"/>
                    <a:pt x="7873" y="2602"/>
                  </a:cubicBezTo>
                  <a:lnTo>
                    <a:pt x="4203" y="601"/>
                  </a:lnTo>
                  <a:lnTo>
                    <a:pt x="313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51"/>
            <p:cNvSpPr/>
            <p:nvPr/>
          </p:nvSpPr>
          <p:spPr>
            <a:xfrm>
              <a:off x="1946600" y="3948350"/>
              <a:ext cx="329900" cy="332350"/>
            </a:xfrm>
            <a:custGeom>
              <a:rect b="b" l="l" r="r" t="t"/>
              <a:pathLst>
                <a:path extrusionOk="0" h="13294" w="13196">
                  <a:moveTo>
                    <a:pt x="401" y="1"/>
                  </a:moveTo>
                  <a:cubicBezTo>
                    <a:pt x="367" y="101"/>
                    <a:pt x="367" y="134"/>
                    <a:pt x="334" y="167"/>
                  </a:cubicBezTo>
                  <a:cubicBezTo>
                    <a:pt x="0" y="801"/>
                    <a:pt x="34" y="1602"/>
                    <a:pt x="467" y="2169"/>
                  </a:cubicBezTo>
                  <a:cubicBezTo>
                    <a:pt x="1034" y="3069"/>
                    <a:pt x="1968" y="4437"/>
                    <a:pt x="2969" y="6105"/>
                  </a:cubicBezTo>
                  <a:cubicBezTo>
                    <a:pt x="4637" y="8907"/>
                    <a:pt x="5638" y="10475"/>
                    <a:pt x="8440" y="12109"/>
                  </a:cubicBezTo>
                  <a:cubicBezTo>
                    <a:pt x="9795" y="12910"/>
                    <a:pt x="10991" y="13294"/>
                    <a:pt x="11831" y="13294"/>
                  </a:cubicBezTo>
                  <a:cubicBezTo>
                    <a:pt x="12706" y="13294"/>
                    <a:pt x="13195" y="12876"/>
                    <a:pt x="13076" y="12076"/>
                  </a:cubicBezTo>
                  <a:cubicBezTo>
                    <a:pt x="13076" y="11976"/>
                    <a:pt x="13076" y="11909"/>
                    <a:pt x="13043" y="11809"/>
                  </a:cubicBezTo>
                  <a:cubicBezTo>
                    <a:pt x="12946" y="12195"/>
                    <a:pt x="12780" y="12476"/>
                    <a:pt x="12090" y="12476"/>
                  </a:cubicBezTo>
                  <a:cubicBezTo>
                    <a:pt x="11826" y="12476"/>
                    <a:pt x="11485" y="12435"/>
                    <a:pt x="11042" y="12343"/>
                  </a:cubicBezTo>
                  <a:cubicBezTo>
                    <a:pt x="9040" y="11976"/>
                    <a:pt x="5971" y="9274"/>
                    <a:pt x="5504" y="8640"/>
                  </a:cubicBezTo>
                  <a:cubicBezTo>
                    <a:pt x="5071" y="8006"/>
                    <a:pt x="3203" y="4671"/>
                    <a:pt x="1968" y="3236"/>
                  </a:cubicBezTo>
                  <a:cubicBezTo>
                    <a:pt x="1001" y="2135"/>
                    <a:pt x="567" y="668"/>
                    <a:pt x="401" y="1"/>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1"/>
            <p:cNvSpPr/>
            <p:nvPr/>
          </p:nvSpPr>
          <p:spPr>
            <a:xfrm>
              <a:off x="1946600" y="3872475"/>
              <a:ext cx="330725" cy="408050"/>
            </a:xfrm>
            <a:custGeom>
              <a:rect b="b" l="l" r="r" t="t"/>
              <a:pathLst>
                <a:path extrusionOk="0" h="16322" w="13229">
                  <a:moveTo>
                    <a:pt x="3136" y="0"/>
                  </a:moveTo>
                  <a:cubicBezTo>
                    <a:pt x="2169" y="33"/>
                    <a:pt x="1068" y="1801"/>
                    <a:pt x="401" y="3036"/>
                  </a:cubicBezTo>
                  <a:cubicBezTo>
                    <a:pt x="367" y="3136"/>
                    <a:pt x="367" y="3169"/>
                    <a:pt x="334" y="3202"/>
                  </a:cubicBezTo>
                  <a:cubicBezTo>
                    <a:pt x="0" y="3836"/>
                    <a:pt x="34" y="4637"/>
                    <a:pt x="467" y="5204"/>
                  </a:cubicBezTo>
                  <a:cubicBezTo>
                    <a:pt x="1034" y="6104"/>
                    <a:pt x="1968" y="7472"/>
                    <a:pt x="2969" y="9140"/>
                  </a:cubicBezTo>
                  <a:cubicBezTo>
                    <a:pt x="4637" y="11942"/>
                    <a:pt x="5638" y="13510"/>
                    <a:pt x="8440" y="15144"/>
                  </a:cubicBezTo>
                  <a:cubicBezTo>
                    <a:pt x="9782" y="15937"/>
                    <a:pt x="10967" y="16321"/>
                    <a:pt x="11813" y="16321"/>
                  </a:cubicBezTo>
                  <a:cubicBezTo>
                    <a:pt x="12713" y="16321"/>
                    <a:pt x="13229" y="15886"/>
                    <a:pt x="13143" y="15044"/>
                  </a:cubicBezTo>
                  <a:cubicBezTo>
                    <a:pt x="13143" y="14977"/>
                    <a:pt x="13143" y="14877"/>
                    <a:pt x="13076" y="14811"/>
                  </a:cubicBezTo>
                  <a:cubicBezTo>
                    <a:pt x="13043" y="14677"/>
                    <a:pt x="13010" y="14544"/>
                    <a:pt x="12910" y="14377"/>
                  </a:cubicBezTo>
                  <a:cubicBezTo>
                    <a:pt x="12763" y="14395"/>
                    <a:pt x="12616" y="14404"/>
                    <a:pt x="12470" y="14404"/>
                  </a:cubicBezTo>
                  <a:cubicBezTo>
                    <a:pt x="10178" y="14404"/>
                    <a:pt x="7904" y="12295"/>
                    <a:pt x="6839" y="11041"/>
                  </a:cubicBezTo>
                  <a:cubicBezTo>
                    <a:pt x="5671" y="9674"/>
                    <a:pt x="3469" y="6605"/>
                    <a:pt x="2802" y="4503"/>
                  </a:cubicBezTo>
                  <a:cubicBezTo>
                    <a:pt x="2135" y="2469"/>
                    <a:pt x="4203" y="601"/>
                    <a:pt x="4203" y="601"/>
                  </a:cubicBezTo>
                  <a:lnTo>
                    <a:pt x="313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1"/>
            <p:cNvSpPr/>
            <p:nvPr/>
          </p:nvSpPr>
          <p:spPr>
            <a:xfrm>
              <a:off x="1805650" y="4071775"/>
              <a:ext cx="326925" cy="497100"/>
            </a:xfrm>
            <a:custGeom>
              <a:rect b="b" l="l" r="r" t="t"/>
              <a:pathLst>
                <a:path extrusionOk="0" h="19884" w="13077">
                  <a:moveTo>
                    <a:pt x="735" y="0"/>
                  </a:moveTo>
                  <a:cubicBezTo>
                    <a:pt x="735" y="0"/>
                    <a:pt x="501" y="568"/>
                    <a:pt x="335" y="1401"/>
                  </a:cubicBezTo>
                  <a:cubicBezTo>
                    <a:pt x="134" y="2402"/>
                    <a:pt x="1" y="3803"/>
                    <a:pt x="435" y="5037"/>
                  </a:cubicBezTo>
                  <a:cubicBezTo>
                    <a:pt x="1235" y="7339"/>
                    <a:pt x="3036" y="13177"/>
                    <a:pt x="3804" y="14844"/>
                  </a:cubicBezTo>
                  <a:cubicBezTo>
                    <a:pt x="4571" y="16512"/>
                    <a:pt x="5472" y="19248"/>
                    <a:pt x="8774" y="19815"/>
                  </a:cubicBezTo>
                  <a:cubicBezTo>
                    <a:pt x="9089" y="19862"/>
                    <a:pt x="9385" y="19884"/>
                    <a:pt x="9662" y="19884"/>
                  </a:cubicBezTo>
                  <a:cubicBezTo>
                    <a:pt x="11944" y="19884"/>
                    <a:pt x="12988" y="18378"/>
                    <a:pt x="13077" y="16712"/>
                  </a:cubicBezTo>
                  <a:cubicBezTo>
                    <a:pt x="13077" y="16479"/>
                    <a:pt x="13077" y="16212"/>
                    <a:pt x="13010" y="15979"/>
                  </a:cubicBezTo>
                  <a:cubicBezTo>
                    <a:pt x="12977" y="15678"/>
                    <a:pt x="12910" y="15345"/>
                    <a:pt x="12777" y="14978"/>
                  </a:cubicBezTo>
                  <a:cubicBezTo>
                    <a:pt x="12110" y="12743"/>
                    <a:pt x="10408" y="9407"/>
                    <a:pt x="10142" y="6839"/>
                  </a:cubicBezTo>
                  <a:cubicBezTo>
                    <a:pt x="9841" y="3837"/>
                    <a:pt x="8607" y="1168"/>
                    <a:pt x="8607" y="1168"/>
                  </a:cubicBezTo>
                  <a:lnTo>
                    <a:pt x="1902" y="167"/>
                  </a:lnTo>
                  <a:lnTo>
                    <a:pt x="7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51"/>
            <p:cNvSpPr/>
            <p:nvPr/>
          </p:nvSpPr>
          <p:spPr>
            <a:xfrm>
              <a:off x="1805650" y="4106800"/>
              <a:ext cx="326925" cy="462075"/>
            </a:xfrm>
            <a:custGeom>
              <a:rect b="b" l="l" r="r" t="t"/>
              <a:pathLst>
                <a:path extrusionOk="0" h="18483" w="13077">
                  <a:moveTo>
                    <a:pt x="335" y="0"/>
                  </a:moveTo>
                  <a:lnTo>
                    <a:pt x="335" y="0"/>
                  </a:lnTo>
                  <a:cubicBezTo>
                    <a:pt x="134" y="1001"/>
                    <a:pt x="1" y="2402"/>
                    <a:pt x="435" y="3636"/>
                  </a:cubicBezTo>
                  <a:cubicBezTo>
                    <a:pt x="1235" y="5938"/>
                    <a:pt x="3036" y="11776"/>
                    <a:pt x="3804" y="13443"/>
                  </a:cubicBezTo>
                  <a:cubicBezTo>
                    <a:pt x="4571" y="15111"/>
                    <a:pt x="5472" y="17847"/>
                    <a:pt x="8774" y="18414"/>
                  </a:cubicBezTo>
                  <a:cubicBezTo>
                    <a:pt x="9089" y="18461"/>
                    <a:pt x="9385" y="18483"/>
                    <a:pt x="9662" y="18483"/>
                  </a:cubicBezTo>
                  <a:cubicBezTo>
                    <a:pt x="11944" y="18483"/>
                    <a:pt x="12988" y="16977"/>
                    <a:pt x="13077" y="15311"/>
                  </a:cubicBezTo>
                  <a:lnTo>
                    <a:pt x="13077" y="15311"/>
                  </a:lnTo>
                  <a:cubicBezTo>
                    <a:pt x="12738" y="16853"/>
                    <a:pt x="11375" y="17397"/>
                    <a:pt x="9963" y="17397"/>
                  </a:cubicBezTo>
                  <a:cubicBezTo>
                    <a:pt x="8595" y="17397"/>
                    <a:pt x="7180" y="16886"/>
                    <a:pt x="6606" y="16279"/>
                  </a:cubicBezTo>
                  <a:cubicBezTo>
                    <a:pt x="5438" y="15011"/>
                    <a:pt x="4104" y="11275"/>
                    <a:pt x="2436" y="6972"/>
                  </a:cubicBezTo>
                  <a:cubicBezTo>
                    <a:pt x="1402" y="4337"/>
                    <a:pt x="501" y="1068"/>
                    <a:pt x="3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51"/>
            <p:cNvSpPr/>
            <p:nvPr/>
          </p:nvSpPr>
          <p:spPr>
            <a:xfrm>
              <a:off x="1414550" y="2828075"/>
              <a:ext cx="1253425" cy="1356150"/>
            </a:xfrm>
            <a:custGeom>
              <a:rect b="b" l="l" r="r" t="t"/>
              <a:pathLst>
                <a:path extrusionOk="0" h="54246" w="50137">
                  <a:moveTo>
                    <a:pt x="24251" y="19127"/>
                  </a:moveTo>
                  <a:lnTo>
                    <a:pt x="35159" y="22529"/>
                  </a:lnTo>
                  <a:cubicBezTo>
                    <a:pt x="35159" y="22529"/>
                    <a:pt x="31423" y="27699"/>
                    <a:pt x="29155" y="30935"/>
                  </a:cubicBezTo>
                  <a:cubicBezTo>
                    <a:pt x="29755" y="28800"/>
                    <a:pt x="30189" y="27466"/>
                    <a:pt x="29722" y="26232"/>
                  </a:cubicBezTo>
                  <a:cubicBezTo>
                    <a:pt x="29155" y="24797"/>
                    <a:pt x="24251" y="19127"/>
                    <a:pt x="24251" y="19127"/>
                  </a:cubicBezTo>
                  <a:close/>
                  <a:moveTo>
                    <a:pt x="17555" y="1"/>
                  </a:moveTo>
                  <a:cubicBezTo>
                    <a:pt x="12758" y="1"/>
                    <a:pt x="5409" y="670"/>
                    <a:pt x="1568" y="4383"/>
                  </a:cubicBezTo>
                  <a:lnTo>
                    <a:pt x="1401" y="4549"/>
                  </a:lnTo>
                  <a:cubicBezTo>
                    <a:pt x="834" y="5083"/>
                    <a:pt x="401" y="5717"/>
                    <a:pt x="0" y="6417"/>
                  </a:cubicBezTo>
                  <a:cubicBezTo>
                    <a:pt x="0" y="6417"/>
                    <a:pt x="0" y="13990"/>
                    <a:pt x="3003" y="16758"/>
                  </a:cubicBezTo>
                  <a:cubicBezTo>
                    <a:pt x="6018" y="19508"/>
                    <a:pt x="15285" y="29168"/>
                    <a:pt x="16260" y="29168"/>
                  </a:cubicBezTo>
                  <a:cubicBezTo>
                    <a:pt x="16267" y="29168"/>
                    <a:pt x="16273" y="29168"/>
                    <a:pt x="16279" y="29167"/>
                  </a:cubicBezTo>
                  <a:cubicBezTo>
                    <a:pt x="16279" y="29167"/>
                    <a:pt x="16345" y="30701"/>
                    <a:pt x="17480" y="30768"/>
                  </a:cubicBezTo>
                  <a:cubicBezTo>
                    <a:pt x="17480" y="30768"/>
                    <a:pt x="15945" y="36973"/>
                    <a:pt x="16579" y="39641"/>
                  </a:cubicBezTo>
                  <a:cubicBezTo>
                    <a:pt x="16579" y="39641"/>
                    <a:pt x="15612" y="41910"/>
                    <a:pt x="16079" y="43477"/>
                  </a:cubicBezTo>
                  <a:cubicBezTo>
                    <a:pt x="16579" y="45112"/>
                    <a:pt x="15945" y="46713"/>
                    <a:pt x="15945" y="47714"/>
                  </a:cubicBezTo>
                  <a:cubicBezTo>
                    <a:pt x="15945" y="48714"/>
                    <a:pt x="16779" y="53051"/>
                    <a:pt x="19548" y="53918"/>
                  </a:cubicBezTo>
                  <a:cubicBezTo>
                    <a:pt x="20210" y="54139"/>
                    <a:pt x="20893" y="54246"/>
                    <a:pt x="21549" y="54246"/>
                  </a:cubicBezTo>
                  <a:cubicBezTo>
                    <a:pt x="23568" y="54246"/>
                    <a:pt x="25334" y="53237"/>
                    <a:pt x="25485" y="51450"/>
                  </a:cubicBezTo>
                  <a:cubicBezTo>
                    <a:pt x="25719" y="49081"/>
                    <a:pt x="25152" y="47547"/>
                    <a:pt x="25385" y="46213"/>
                  </a:cubicBezTo>
                  <a:cubicBezTo>
                    <a:pt x="25419" y="45812"/>
                    <a:pt x="25652" y="44778"/>
                    <a:pt x="26052" y="43377"/>
                  </a:cubicBezTo>
                  <a:cubicBezTo>
                    <a:pt x="26962" y="43923"/>
                    <a:pt x="28339" y="44358"/>
                    <a:pt x="28983" y="44358"/>
                  </a:cubicBezTo>
                  <a:cubicBezTo>
                    <a:pt x="29048" y="44358"/>
                    <a:pt x="29106" y="44354"/>
                    <a:pt x="29155" y="44345"/>
                  </a:cubicBezTo>
                  <a:cubicBezTo>
                    <a:pt x="29888" y="44245"/>
                    <a:pt x="31323" y="40108"/>
                    <a:pt x="32257" y="39808"/>
                  </a:cubicBezTo>
                  <a:cubicBezTo>
                    <a:pt x="33157" y="39541"/>
                    <a:pt x="36393" y="35572"/>
                    <a:pt x="38661" y="33303"/>
                  </a:cubicBezTo>
                  <a:cubicBezTo>
                    <a:pt x="40896" y="31202"/>
                    <a:pt x="50136" y="24297"/>
                    <a:pt x="48502" y="18126"/>
                  </a:cubicBezTo>
                  <a:cubicBezTo>
                    <a:pt x="48402" y="17625"/>
                    <a:pt x="48135" y="17158"/>
                    <a:pt x="47768" y="16792"/>
                  </a:cubicBezTo>
                  <a:cubicBezTo>
                    <a:pt x="46634" y="15491"/>
                    <a:pt x="43298" y="12055"/>
                    <a:pt x="36593" y="8052"/>
                  </a:cubicBezTo>
                  <a:cubicBezTo>
                    <a:pt x="28054" y="2948"/>
                    <a:pt x="26453" y="3382"/>
                    <a:pt x="22150" y="213"/>
                  </a:cubicBezTo>
                  <a:cubicBezTo>
                    <a:pt x="22150" y="213"/>
                    <a:pt x="20257" y="1"/>
                    <a:pt x="1755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51"/>
            <p:cNvSpPr/>
            <p:nvPr/>
          </p:nvSpPr>
          <p:spPr>
            <a:xfrm>
              <a:off x="1450400" y="2935125"/>
              <a:ext cx="12550" cy="19200"/>
            </a:xfrm>
            <a:custGeom>
              <a:rect b="b" l="l" r="r" t="t"/>
              <a:pathLst>
                <a:path extrusionOk="0" h="768" w="502">
                  <a:moveTo>
                    <a:pt x="368" y="1"/>
                  </a:moveTo>
                  <a:lnTo>
                    <a:pt x="168" y="67"/>
                  </a:lnTo>
                  <a:lnTo>
                    <a:pt x="1" y="234"/>
                  </a:lnTo>
                  <a:cubicBezTo>
                    <a:pt x="1" y="334"/>
                    <a:pt x="34" y="501"/>
                    <a:pt x="101" y="768"/>
                  </a:cubicBezTo>
                  <a:lnTo>
                    <a:pt x="501" y="668"/>
                  </a:lnTo>
                  <a:cubicBezTo>
                    <a:pt x="468" y="267"/>
                    <a:pt x="434" y="1"/>
                    <a:pt x="368" y="1"/>
                  </a:cubicBezTo>
                  <a:close/>
                </a:path>
              </a:pathLst>
            </a:custGeom>
            <a:solidFill>
              <a:srgbClr val="5B5B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51"/>
            <p:cNvSpPr/>
            <p:nvPr/>
          </p:nvSpPr>
          <p:spPr>
            <a:xfrm>
              <a:off x="1602175" y="1783475"/>
              <a:ext cx="315250" cy="157325"/>
            </a:xfrm>
            <a:custGeom>
              <a:rect b="b" l="l" r="r" t="t"/>
              <a:pathLst>
                <a:path extrusionOk="0" h="6293" w="12610">
                  <a:moveTo>
                    <a:pt x="3170" y="0"/>
                  </a:moveTo>
                  <a:cubicBezTo>
                    <a:pt x="3170" y="0"/>
                    <a:pt x="1" y="4403"/>
                    <a:pt x="5805" y="5838"/>
                  </a:cubicBezTo>
                  <a:cubicBezTo>
                    <a:pt x="7092" y="6155"/>
                    <a:pt x="8119" y="6293"/>
                    <a:pt x="8946" y="6293"/>
                  </a:cubicBezTo>
                  <a:cubicBezTo>
                    <a:pt x="11422" y="6293"/>
                    <a:pt x="12110" y="5061"/>
                    <a:pt x="12610" y="3736"/>
                  </a:cubicBezTo>
                  <a:cubicBezTo>
                    <a:pt x="12476" y="3703"/>
                    <a:pt x="11909" y="3536"/>
                    <a:pt x="11743" y="3503"/>
                  </a:cubicBezTo>
                  <a:cubicBezTo>
                    <a:pt x="8340" y="2502"/>
                    <a:pt x="8273" y="2969"/>
                    <a:pt x="4137" y="701"/>
                  </a:cubicBezTo>
                  <a:cubicBezTo>
                    <a:pt x="4137" y="701"/>
                    <a:pt x="4070" y="634"/>
                    <a:pt x="3170" y="0"/>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51"/>
            <p:cNvSpPr/>
            <p:nvPr/>
          </p:nvSpPr>
          <p:spPr>
            <a:xfrm>
              <a:off x="2200950" y="1844875"/>
              <a:ext cx="649650" cy="640900"/>
            </a:xfrm>
            <a:custGeom>
              <a:rect b="b" l="l" r="r" t="t"/>
              <a:pathLst>
                <a:path extrusionOk="0" h="25636" w="25986">
                  <a:moveTo>
                    <a:pt x="23131" y="0"/>
                  </a:moveTo>
                  <a:cubicBezTo>
                    <a:pt x="22496" y="0"/>
                    <a:pt x="22016" y="46"/>
                    <a:pt x="22016" y="46"/>
                  </a:cubicBezTo>
                  <a:cubicBezTo>
                    <a:pt x="22016" y="46"/>
                    <a:pt x="21616" y="3582"/>
                    <a:pt x="18347" y="8385"/>
                  </a:cubicBezTo>
                  <a:cubicBezTo>
                    <a:pt x="18280" y="8519"/>
                    <a:pt x="18180" y="8686"/>
                    <a:pt x="18046" y="8819"/>
                  </a:cubicBezTo>
                  <a:cubicBezTo>
                    <a:pt x="17646" y="9419"/>
                    <a:pt x="17213" y="10053"/>
                    <a:pt x="16846" y="10687"/>
                  </a:cubicBezTo>
                  <a:cubicBezTo>
                    <a:pt x="15011" y="13589"/>
                    <a:pt x="13510" y="16358"/>
                    <a:pt x="12809" y="17692"/>
                  </a:cubicBezTo>
                  <a:cubicBezTo>
                    <a:pt x="12509" y="18226"/>
                    <a:pt x="12376" y="18526"/>
                    <a:pt x="12376" y="18526"/>
                  </a:cubicBezTo>
                  <a:cubicBezTo>
                    <a:pt x="12209" y="18393"/>
                    <a:pt x="12009" y="18226"/>
                    <a:pt x="11842" y="18092"/>
                  </a:cubicBezTo>
                  <a:cubicBezTo>
                    <a:pt x="9874" y="16658"/>
                    <a:pt x="7639" y="15224"/>
                    <a:pt x="5971" y="14256"/>
                  </a:cubicBezTo>
                  <a:cubicBezTo>
                    <a:pt x="5704" y="14089"/>
                    <a:pt x="5471" y="13989"/>
                    <a:pt x="5204" y="13856"/>
                  </a:cubicBezTo>
                  <a:cubicBezTo>
                    <a:pt x="4670" y="16024"/>
                    <a:pt x="2635" y="17926"/>
                    <a:pt x="1001" y="19160"/>
                  </a:cubicBezTo>
                  <a:cubicBezTo>
                    <a:pt x="767" y="19560"/>
                    <a:pt x="501" y="19593"/>
                    <a:pt x="234" y="19760"/>
                  </a:cubicBezTo>
                  <a:cubicBezTo>
                    <a:pt x="167" y="19860"/>
                    <a:pt x="67" y="19894"/>
                    <a:pt x="0" y="19994"/>
                  </a:cubicBezTo>
                  <a:cubicBezTo>
                    <a:pt x="2869" y="21828"/>
                    <a:pt x="7005" y="23896"/>
                    <a:pt x="8373" y="24730"/>
                  </a:cubicBezTo>
                  <a:cubicBezTo>
                    <a:pt x="9621" y="25483"/>
                    <a:pt x="11186" y="25636"/>
                    <a:pt x="12252" y="25636"/>
                  </a:cubicBezTo>
                  <a:cubicBezTo>
                    <a:pt x="12981" y="25636"/>
                    <a:pt x="13477" y="25564"/>
                    <a:pt x="13477" y="25564"/>
                  </a:cubicBezTo>
                  <a:cubicBezTo>
                    <a:pt x="14511" y="25097"/>
                    <a:pt x="15545" y="24197"/>
                    <a:pt x="16512" y="22929"/>
                  </a:cubicBezTo>
                  <a:cubicBezTo>
                    <a:pt x="18347" y="20594"/>
                    <a:pt x="20081" y="17225"/>
                    <a:pt x="21516" y="13756"/>
                  </a:cubicBezTo>
                  <a:cubicBezTo>
                    <a:pt x="21883" y="12922"/>
                    <a:pt x="22216" y="12055"/>
                    <a:pt x="22516" y="11221"/>
                  </a:cubicBezTo>
                  <a:cubicBezTo>
                    <a:pt x="24651" y="5683"/>
                    <a:pt x="25985" y="680"/>
                    <a:pt x="25985" y="680"/>
                  </a:cubicBezTo>
                  <a:cubicBezTo>
                    <a:pt x="25478" y="111"/>
                    <a:pt x="24117" y="0"/>
                    <a:pt x="2313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51"/>
            <p:cNvSpPr/>
            <p:nvPr/>
          </p:nvSpPr>
          <p:spPr>
            <a:xfrm>
              <a:off x="1255325" y="1617525"/>
              <a:ext cx="1074075" cy="1370175"/>
            </a:xfrm>
            <a:custGeom>
              <a:rect b="b" l="l" r="r" t="t"/>
              <a:pathLst>
                <a:path extrusionOk="0" h="54807" w="42963">
                  <a:moveTo>
                    <a:pt x="1833" y="0"/>
                  </a:moveTo>
                  <a:cubicBezTo>
                    <a:pt x="1866" y="34"/>
                    <a:pt x="2600" y="2869"/>
                    <a:pt x="2867" y="5604"/>
                  </a:cubicBezTo>
                  <a:cubicBezTo>
                    <a:pt x="2934" y="5871"/>
                    <a:pt x="3034" y="6138"/>
                    <a:pt x="3034" y="6438"/>
                  </a:cubicBezTo>
                  <a:cubicBezTo>
                    <a:pt x="3034" y="7272"/>
                    <a:pt x="3100" y="8039"/>
                    <a:pt x="3034" y="8673"/>
                  </a:cubicBezTo>
                  <a:lnTo>
                    <a:pt x="799" y="7973"/>
                  </a:lnTo>
                  <a:lnTo>
                    <a:pt x="799" y="7973"/>
                  </a:lnTo>
                  <a:cubicBezTo>
                    <a:pt x="799" y="7973"/>
                    <a:pt x="0" y="10879"/>
                    <a:pt x="2372" y="10879"/>
                  </a:cubicBezTo>
                  <a:cubicBezTo>
                    <a:pt x="2424" y="10879"/>
                    <a:pt x="2478" y="10878"/>
                    <a:pt x="2533" y="10875"/>
                  </a:cubicBezTo>
                  <a:lnTo>
                    <a:pt x="5435" y="11809"/>
                  </a:lnTo>
                  <a:cubicBezTo>
                    <a:pt x="5435" y="11809"/>
                    <a:pt x="2967" y="28154"/>
                    <a:pt x="4435" y="34425"/>
                  </a:cubicBezTo>
                  <a:cubicBezTo>
                    <a:pt x="5869" y="40663"/>
                    <a:pt x="6136" y="54706"/>
                    <a:pt x="6470" y="54806"/>
                  </a:cubicBezTo>
                  <a:cubicBezTo>
                    <a:pt x="6471" y="54806"/>
                    <a:pt x="6474" y="54807"/>
                    <a:pt x="6476" y="54807"/>
                  </a:cubicBezTo>
                  <a:cubicBezTo>
                    <a:pt x="6861" y="54807"/>
                    <a:pt x="14240" y="50432"/>
                    <a:pt x="19241" y="50432"/>
                  </a:cubicBezTo>
                  <a:cubicBezTo>
                    <a:pt x="19930" y="50432"/>
                    <a:pt x="20573" y="50515"/>
                    <a:pt x="21147" y="50703"/>
                  </a:cubicBezTo>
                  <a:cubicBezTo>
                    <a:pt x="23059" y="51350"/>
                    <a:pt x="25391" y="51577"/>
                    <a:pt x="27509" y="51577"/>
                  </a:cubicBezTo>
                  <a:cubicBezTo>
                    <a:pt x="30635" y="51577"/>
                    <a:pt x="33296" y="51081"/>
                    <a:pt x="33455" y="50703"/>
                  </a:cubicBezTo>
                  <a:cubicBezTo>
                    <a:pt x="33489" y="50636"/>
                    <a:pt x="33455" y="50470"/>
                    <a:pt x="33355" y="50270"/>
                  </a:cubicBezTo>
                  <a:cubicBezTo>
                    <a:pt x="32755" y="48768"/>
                    <a:pt x="29786" y="44232"/>
                    <a:pt x="29953" y="42330"/>
                  </a:cubicBezTo>
                  <a:cubicBezTo>
                    <a:pt x="30120" y="40129"/>
                    <a:pt x="29686" y="32390"/>
                    <a:pt x="31154" y="29421"/>
                  </a:cubicBezTo>
                  <a:lnTo>
                    <a:pt x="32622" y="26419"/>
                  </a:lnTo>
                  <a:lnTo>
                    <a:pt x="36624" y="29855"/>
                  </a:lnTo>
                  <a:cubicBezTo>
                    <a:pt x="36624" y="29855"/>
                    <a:pt x="36791" y="29788"/>
                    <a:pt x="37025" y="29621"/>
                  </a:cubicBezTo>
                  <a:cubicBezTo>
                    <a:pt x="37258" y="29521"/>
                    <a:pt x="37492" y="29321"/>
                    <a:pt x="37792" y="29088"/>
                  </a:cubicBezTo>
                  <a:cubicBezTo>
                    <a:pt x="37792" y="29088"/>
                    <a:pt x="38826" y="28454"/>
                    <a:pt x="39560" y="27553"/>
                  </a:cubicBezTo>
                  <a:cubicBezTo>
                    <a:pt x="39560" y="27553"/>
                    <a:pt x="42795" y="25152"/>
                    <a:pt x="42896" y="22950"/>
                  </a:cubicBezTo>
                  <a:cubicBezTo>
                    <a:pt x="42962" y="22883"/>
                    <a:pt x="42962" y="22883"/>
                    <a:pt x="42962" y="22850"/>
                  </a:cubicBezTo>
                  <a:cubicBezTo>
                    <a:pt x="42962" y="22850"/>
                    <a:pt x="42729" y="22683"/>
                    <a:pt x="42395" y="22316"/>
                  </a:cubicBezTo>
                  <a:cubicBezTo>
                    <a:pt x="42362" y="22216"/>
                    <a:pt x="42295" y="22183"/>
                    <a:pt x="42228" y="22116"/>
                  </a:cubicBezTo>
                  <a:cubicBezTo>
                    <a:pt x="41161" y="20848"/>
                    <a:pt x="39026" y="18347"/>
                    <a:pt x="37725" y="16178"/>
                  </a:cubicBezTo>
                  <a:cubicBezTo>
                    <a:pt x="36024" y="13276"/>
                    <a:pt x="31354" y="11809"/>
                    <a:pt x="27284" y="10608"/>
                  </a:cubicBezTo>
                  <a:cubicBezTo>
                    <a:pt x="27118" y="10541"/>
                    <a:pt x="26984" y="10508"/>
                    <a:pt x="26817" y="10474"/>
                  </a:cubicBezTo>
                  <a:cubicBezTo>
                    <a:pt x="23448" y="9474"/>
                    <a:pt x="22147" y="9607"/>
                    <a:pt x="18011" y="7339"/>
                  </a:cubicBezTo>
                  <a:cubicBezTo>
                    <a:pt x="18011" y="7339"/>
                    <a:pt x="17344" y="6838"/>
                    <a:pt x="16477" y="6205"/>
                  </a:cubicBezTo>
                  <a:cubicBezTo>
                    <a:pt x="15309" y="5371"/>
                    <a:pt x="13808" y="4303"/>
                    <a:pt x="13174" y="3936"/>
                  </a:cubicBezTo>
                  <a:cubicBezTo>
                    <a:pt x="11106" y="2669"/>
                    <a:pt x="5602" y="1034"/>
                    <a:pt x="3100" y="334"/>
                  </a:cubicBezTo>
                  <a:cubicBezTo>
                    <a:pt x="2333" y="134"/>
                    <a:pt x="1866" y="0"/>
                    <a:pt x="18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51"/>
            <p:cNvSpPr/>
            <p:nvPr/>
          </p:nvSpPr>
          <p:spPr>
            <a:xfrm>
              <a:off x="1667225" y="1260575"/>
              <a:ext cx="587175" cy="365300"/>
            </a:xfrm>
            <a:custGeom>
              <a:rect b="b" l="l" r="r" t="t"/>
              <a:pathLst>
                <a:path extrusionOk="0" h="14612" w="23487">
                  <a:moveTo>
                    <a:pt x="19985" y="1"/>
                  </a:moveTo>
                  <a:cubicBezTo>
                    <a:pt x="19984" y="1"/>
                    <a:pt x="19983" y="1"/>
                    <a:pt x="19982" y="1"/>
                  </a:cubicBezTo>
                  <a:cubicBezTo>
                    <a:pt x="19537" y="465"/>
                    <a:pt x="18680" y="516"/>
                    <a:pt x="17538" y="516"/>
                  </a:cubicBezTo>
                  <a:cubicBezTo>
                    <a:pt x="17211" y="516"/>
                    <a:pt x="16861" y="512"/>
                    <a:pt x="16491" y="512"/>
                  </a:cubicBezTo>
                  <a:cubicBezTo>
                    <a:pt x="15825" y="512"/>
                    <a:pt x="15092" y="525"/>
                    <a:pt x="14311" y="602"/>
                  </a:cubicBezTo>
                  <a:cubicBezTo>
                    <a:pt x="12877" y="769"/>
                    <a:pt x="11442" y="869"/>
                    <a:pt x="10241" y="935"/>
                  </a:cubicBezTo>
                  <a:cubicBezTo>
                    <a:pt x="8106" y="1069"/>
                    <a:pt x="6072" y="2003"/>
                    <a:pt x="4537" y="3537"/>
                  </a:cubicBezTo>
                  <a:lnTo>
                    <a:pt x="4537" y="3571"/>
                  </a:lnTo>
                  <a:cubicBezTo>
                    <a:pt x="4437" y="3370"/>
                    <a:pt x="4204" y="3204"/>
                    <a:pt x="3870" y="2970"/>
                  </a:cubicBezTo>
                  <a:cubicBezTo>
                    <a:pt x="3827" y="2945"/>
                    <a:pt x="3781" y="2932"/>
                    <a:pt x="3734" y="2932"/>
                  </a:cubicBezTo>
                  <a:cubicBezTo>
                    <a:pt x="3599" y="2932"/>
                    <a:pt x="3470" y="3038"/>
                    <a:pt x="3470" y="3237"/>
                  </a:cubicBezTo>
                  <a:cubicBezTo>
                    <a:pt x="3470" y="3437"/>
                    <a:pt x="3503" y="3604"/>
                    <a:pt x="3537" y="3804"/>
                  </a:cubicBezTo>
                  <a:cubicBezTo>
                    <a:pt x="3436" y="3771"/>
                    <a:pt x="3270" y="3771"/>
                    <a:pt x="3036" y="3771"/>
                  </a:cubicBezTo>
                  <a:cubicBezTo>
                    <a:pt x="2836" y="3771"/>
                    <a:pt x="2703" y="4071"/>
                    <a:pt x="2836" y="4238"/>
                  </a:cubicBezTo>
                  <a:cubicBezTo>
                    <a:pt x="2936" y="4371"/>
                    <a:pt x="3036" y="4505"/>
                    <a:pt x="3170" y="4605"/>
                  </a:cubicBezTo>
                  <a:cubicBezTo>
                    <a:pt x="2136" y="5172"/>
                    <a:pt x="201" y="6506"/>
                    <a:pt x="134" y="9441"/>
                  </a:cubicBezTo>
                  <a:cubicBezTo>
                    <a:pt x="1" y="13544"/>
                    <a:pt x="2336" y="14612"/>
                    <a:pt x="2336" y="14612"/>
                  </a:cubicBezTo>
                  <a:lnTo>
                    <a:pt x="18047" y="9108"/>
                  </a:lnTo>
                  <a:cubicBezTo>
                    <a:pt x="18047" y="9108"/>
                    <a:pt x="18147" y="9074"/>
                    <a:pt x="18280" y="8941"/>
                  </a:cubicBezTo>
                  <a:cubicBezTo>
                    <a:pt x="23487" y="5625"/>
                    <a:pt x="20187" y="1"/>
                    <a:pt x="199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51"/>
            <p:cNvSpPr/>
            <p:nvPr/>
          </p:nvSpPr>
          <p:spPr>
            <a:xfrm>
              <a:off x="2080025" y="1459075"/>
              <a:ext cx="77575" cy="150125"/>
            </a:xfrm>
            <a:custGeom>
              <a:rect b="b" l="l" r="r" t="t"/>
              <a:pathLst>
                <a:path extrusionOk="0" h="6005" w="3103">
                  <a:moveTo>
                    <a:pt x="1468" y="0"/>
                  </a:moveTo>
                  <a:lnTo>
                    <a:pt x="1468" y="0"/>
                  </a:lnTo>
                  <a:cubicBezTo>
                    <a:pt x="0" y="1501"/>
                    <a:pt x="367" y="6005"/>
                    <a:pt x="434" y="6005"/>
                  </a:cubicBezTo>
                  <a:cubicBezTo>
                    <a:pt x="3103" y="3770"/>
                    <a:pt x="1468" y="1"/>
                    <a:pt x="1468" y="0"/>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1"/>
            <p:cNvSpPr/>
            <p:nvPr/>
          </p:nvSpPr>
          <p:spPr>
            <a:xfrm>
              <a:off x="1901575" y="1497075"/>
              <a:ext cx="99250" cy="60425"/>
            </a:xfrm>
            <a:custGeom>
              <a:rect b="b" l="l" r="r" t="t"/>
              <a:pathLst>
                <a:path extrusionOk="0" h="2417" w="3970">
                  <a:moveTo>
                    <a:pt x="1409" y="0"/>
                  </a:moveTo>
                  <a:cubicBezTo>
                    <a:pt x="970" y="0"/>
                    <a:pt x="495" y="153"/>
                    <a:pt x="0" y="548"/>
                  </a:cubicBezTo>
                  <a:lnTo>
                    <a:pt x="167" y="1149"/>
                  </a:lnTo>
                  <a:cubicBezTo>
                    <a:pt x="167" y="1149"/>
                    <a:pt x="615" y="917"/>
                    <a:pt x="1243" y="917"/>
                  </a:cubicBezTo>
                  <a:cubicBezTo>
                    <a:pt x="1942" y="917"/>
                    <a:pt x="2863" y="1204"/>
                    <a:pt x="3636" y="2416"/>
                  </a:cubicBezTo>
                  <a:lnTo>
                    <a:pt x="3970" y="1749"/>
                  </a:lnTo>
                  <a:cubicBezTo>
                    <a:pt x="3970" y="1749"/>
                    <a:pt x="2896" y="0"/>
                    <a:pt x="1409" y="0"/>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51"/>
            <p:cNvSpPr/>
            <p:nvPr/>
          </p:nvSpPr>
          <p:spPr>
            <a:xfrm>
              <a:off x="1968275" y="1590000"/>
              <a:ext cx="125125" cy="110925"/>
            </a:xfrm>
            <a:custGeom>
              <a:rect b="b" l="l" r="r" t="t"/>
              <a:pathLst>
                <a:path extrusionOk="0" h="4437" w="5005">
                  <a:moveTo>
                    <a:pt x="3637" y="0"/>
                  </a:moveTo>
                  <a:cubicBezTo>
                    <a:pt x="3136" y="0"/>
                    <a:pt x="2803" y="334"/>
                    <a:pt x="2803" y="334"/>
                  </a:cubicBezTo>
                  <a:lnTo>
                    <a:pt x="2969" y="2369"/>
                  </a:lnTo>
                  <a:cubicBezTo>
                    <a:pt x="2999" y="2634"/>
                    <a:pt x="2794" y="2847"/>
                    <a:pt x="2539" y="2847"/>
                  </a:cubicBezTo>
                  <a:cubicBezTo>
                    <a:pt x="2505" y="2847"/>
                    <a:pt x="2471" y="2844"/>
                    <a:pt x="2436" y="2836"/>
                  </a:cubicBezTo>
                  <a:cubicBezTo>
                    <a:pt x="2244" y="2789"/>
                    <a:pt x="2046" y="2770"/>
                    <a:pt x="1848" y="2770"/>
                  </a:cubicBezTo>
                  <a:cubicBezTo>
                    <a:pt x="911" y="2770"/>
                    <a:pt x="1" y="3203"/>
                    <a:pt x="1" y="3203"/>
                  </a:cubicBezTo>
                  <a:cubicBezTo>
                    <a:pt x="2135" y="3403"/>
                    <a:pt x="3103" y="3937"/>
                    <a:pt x="3503" y="4437"/>
                  </a:cubicBezTo>
                  <a:cubicBezTo>
                    <a:pt x="3737" y="3870"/>
                    <a:pt x="3803" y="3236"/>
                    <a:pt x="3803" y="2602"/>
                  </a:cubicBezTo>
                  <a:lnTo>
                    <a:pt x="4237" y="1935"/>
                  </a:lnTo>
                  <a:cubicBezTo>
                    <a:pt x="4604" y="1401"/>
                    <a:pt x="4837" y="734"/>
                    <a:pt x="5004" y="67"/>
                  </a:cubicBezTo>
                  <a:cubicBezTo>
                    <a:pt x="4571" y="0"/>
                    <a:pt x="3937" y="0"/>
                    <a:pt x="3637" y="0"/>
                  </a:cubicBezTo>
                  <a:close/>
                </a:path>
              </a:pathLst>
            </a:custGeom>
            <a:solidFill>
              <a:srgbClr val="F395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51"/>
            <p:cNvSpPr/>
            <p:nvPr/>
          </p:nvSpPr>
          <p:spPr>
            <a:xfrm>
              <a:off x="2053350" y="1574900"/>
              <a:ext cx="50875" cy="18150"/>
            </a:xfrm>
            <a:custGeom>
              <a:rect b="b" l="l" r="r" t="t"/>
              <a:pathLst>
                <a:path extrusionOk="0" h="726" w="2035">
                  <a:moveTo>
                    <a:pt x="411" y="0"/>
                  </a:moveTo>
                  <a:cubicBezTo>
                    <a:pt x="278" y="0"/>
                    <a:pt x="200" y="4"/>
                    <a:pt x="200" y="4"/>
                  </a:cubicBezTo>
                  <a:lnTo>
                    <a:pt x="0" y="604"/>
                  </a:lnTo>
                  <a:cubicBezTo>
                    <a:pt x="168" y="586"/>
                    <a:pt x="328" y="578"/>
                    <a:pt x="481" y="578"/>
                  </a:cubicBezTo>
                  <a:cubicBezTo>
                    <a:pt x="877" y="578"/>
                    <a:pt x="1231" y="632"/>
                    <a:pt x="1568" y="704"/>
                  </a:cubicBezTo>
                  <a:cubicBezTo>
                    <a:pt x="1610" y="718"/>
                    <a:pt x="1653" y="725"/>
                    <a:pt x="1695" y="725"/>
                  </a:cubicBezTo>
                  <a:cubicBezTo>
                    <a:pt x="1857" y="725"/>
                    <a:pt x="2008" y="629"/>
                    <a:pt x="2035" y="471"/>
                  </a:cubicBezTo>
                  <a:cubicBezTo>
                    <a:pt x="2035" y="304"/>
                    <a:pt x="1901" y="137"/>
                    <a:pt x="1701" y="104"/>
                  </a:cubicBezTo>
                  <a:cubicBezTo>
                    <a:pt x="1168" y="15"/>
                    <a:pt x="678" y="0"/>
                    <a:pt x="411" y="0"/>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51"/>
            <p:cNvSpPr/>
            <p:nvPr/>
          </p:nvSpPr>
          <p:spPr>
            <a:xfrm>
              <a:off x="1880725" y="1675050"/>
              <a:ext cx="140950" cy="98475"/>
            </a:xfrm>
            <a:custGeom>
              <a:rect b="b" l="l" r="r" t="t"/>
              <a:pathLst>
                <a:path extrusionOk="0" h="3939" w="5638">
                  <a:moveTo>
                    <a:pt x="134" y="1"/>
                  </a:moveTo>
                  <a:lnTo>
                    <a:pt x="134" y="1"/>
                  </a:lnTo>
                  <a:cubicBezTo>
                    <a:pt x="134" y="1"/>
                    <a:pt x="0" y="3203"/>
                    <a:pt x="3069" y="3870"/>
                  </a:cubicBezTo>
                  <a:cubicBezTo>
                    <a:pt x="3290" y="3917"/>
                    <a:pt x="3491" y="3938"/>
                    <a:pt x="3676" y="3938"/>
                  </a:cubicBezTo>
                  <a:cubicBezTo>
                    <a:pt x="5473" y="3938"/>
                    <a:pt x="5637" y="1936"/>
                    <a:pt x="5637" y="1936"/>
                  </a:cubicBezTo>
                  <a:lnTo>
                    <a:pt x="1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51"/>
            <p:cNvSpPr/>
            <p:nvPr/>
          </p:nvSpPr>
          <p:spPr>
            <a:xfrm>
              <a:off x="1674725" y="1420375"/>
              <a:ext cx="432025" cy="496175"/>
            </a:xfrm>
            <a:custGeom>
              <a:rect b="b" l="l" r="r" t="t"/>
              <a:pathLst>
                <a:path extrusionOk="0" h="19847" w="17281">
                  <a:moveTo>
                    <a:pt x="10474" y="1"/>
                  </a:moveTo>
                  <a:cubicBezTo>
                    <a:pt x="9956" y="1"/>
                    <a:pt x="9421" y="46"/>
                    <a:pt x="8874" y="147"/>
                  </a:cubicBezTo>
                  <a:cubicBezTo>
                    <a:pt x="6072" y="681"/>
                    <a:pt x="4404" y="2649"/>
                    <a:pt x="3537" y="4150"/>
                  </a:cubicBezTo>
                  <a:cubicBezTo>
                    <a:pt x="3260" y="3899"/>
                    <a:pt x="2908" y="3723"/>
                    <a:pt x="2466" y="3723"/>
                  </a:cubicBezTo>
                  <a:cubicBezTo>
                    <a:pt x="2321" y="3723"/>
                    <a:pt x="2167" y="3742"/>
                    <a:pt x="2002" y="3783"/>
                  </a:cubicBezTo>
                  <a:cubicBezTo>
                    <a:pt x="334" y="4284"/>
                    <a:pt x="1" y="8520"/>
                    <a:pt x="1969" y="8820"/>
                  </a:cubicBezTo>
                  <a:cubicBezTo>
                    <a:pt x="1836" y="9554"/>
                    <a:pt x="1735" y="10355"/>
                    <a:pt x="1735" y="11189"/>
                  </a:cubicBezTo>
                  <a:cubicBezTo>
                    <a:pt x="1735" y="13257"/>
                    <a:pt x="1402" y="15358"/>
                    <a:pt x="668" y="17260"/>
                  </a:cubicBezTo>
                  <a:cubicBezTo>
                    <a:pt x="535" y="17660"/>
                    <a:pt x="701" y="18060"/>
                    <a:pt x="1035" y="18227"/>
                  </a:cubicBezTo>
                  <a:cubicBezTo>
                    <a:pt x="2160" y="18775"/>
                    <a:pt x="4581" y="19846"/>
                    <a:pt x="6078" y="19846"/>
                  </a:cubicBezTo>
                  <a:cubicBezTo>
                    <a:pt x="6313" y="19846"/>
                    <a:pt x="6525" y="19820"/>
                    <a:pt x="6706" y="19761"/>
                  </a:cubicBezTo>
                  <a:cubicBezTo>
                    <a:pt x="7406" y="19561"/>
                    <a:pt x="7907" y="19294"/>
                    <a:pt x="8240" y="19027"/>
                  </a:cubicBezTo>
                  <a:lnTo>
                    <a:pt x="8340" y="18927"/>
                  </a:lnTo>
                  <a:lnTo>
                    <a:pt x="8440" y="18827"/>
                  </a:lnTo>
                  <a:lnTo>
                    <a:pt x="8707" y="16726"/>
                  </a:lnTo>
                  <a:cubicBezTo>
                    <a:pt x="8841" y="16759"/>
                    <a:pt x="8907" y="16826"/>
                    <a:pt x="9041" y="16826"/>
                  </a:cubicBezTo>
                  <a:cubicBezTo>
                    <a:pt x="9325" y="16906"/>
                    <a:pt x="9613" y="16945"/>
                    <a:pt x="9898" y="16945"/>
                  </a:cubicBezTo>
                  <a:cubicBezTo>
                    <a:pt x="10913" y="16945"/>
                    <a:pt x="11884" y="16452"/>
                    <a:pt x="12510" y="15592"/>
                  </a:cubicBezTo>
                  <a:lnTo>
                    <a:pt x="14578" y="12656"/>
                  </a:lnTo>
                  <a:cubicBezTo>
                    <a:pt x="14912" y="12189"/>
                    <a:pt x="15145" y="11722"/>
                    <a:pt x="15312" y="11189"/>
                  </a:cubicBezTo>
                  <a:cubicBezTo>
                    <a:pt x="15512" y="10588"/>
                    <a:pt x="15579" y="9988"/>
                    <a:pt x="15579" y="9354"/>
                  </a:cubicBezTo>
                  <a:lnTo>
                    <a:pt x="16046" y="8687"/>
                  </a:lnTo>
                  <a:cubicBezTo>
                    <a:pt x="16413" y="8086"/>
                    <a:pt x="16713" y="7486"/>
                    <a:pt x="16846" y="6819"/>
                  </a:cubicBezTo>
                  <a:cubicBezTo>
                    <a:pt x="16880" y="6585"/>
                    <a:pt x="16913" y="6385"/>
                    <a:pt x="16913" y="6185"/>
                  </a:cubicBezTo>
                  <a:lnTo>
                    <a:pt x="17280" y="2516"/>
                  </a:lnTo>
                  <a:lnTo>
                    <a:pt x="17280" y="2516"/>
                  </a:lnTo>
                  <a:cubicBezTo>
                    <a:pt x="17280" y="2516"/>
                    <a:pt x="17280" y="2516"/>
                    <a:pt x="17280" y="2516"/>
                  </a:cubicBezTo>
                  <a:cubicBezTo>
                    <a:pt x="17280" y="2516"/>
                    <a:pt x="17280" y="2516"/>
                    <a:pt x="17280" y="2516"/>
                  </a:cubicBezTo>
                  <a:lnTo>
                    <a:pt x="17280" y="2516"/>
                  </a:lnTo>
                  <a:lnTo>
                    <a:pt x="17280" y="2516"/>
                  </a:lnTo>
                  <a:cubicBezTo>
                    <a:pt x="17250" y="2494"/>
                    <a:pt x="14336" y="1"/>
                    <a:pt x="1047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51"/>
            <p:cNvSpPr/>
            <p:nvPr/>
          </p:nvSpPr>
          <p:spPr>
            <a:xfrm>
              <a:off x="1754800" y="1409425"/>
              <a:ext cx="159300" cy="184775"/>
            </a:xfrm>
            <a:custGeom>
              <a:rect b="b" l="l" r="r" t="t"/>
              <a:pathLst>
                <a:path extrusionOk="0" h="7391" w="6372">
                  <a:moveTo>
                    <a:pt x="5074" y="1"/>
                  </a:moveTo>
                  <a:cubicBezTo>
                    <a:pt x="3506" y="1"/>
                    <a:pt x="1431" y="1263"/>
                    <a:pt x="801" y="2220"/>
                  </a:cubicBezTo>
                  <a:cubicBezTo>
                    <a:pt x="0" y="3454"/>
                    <a:pt x="134" y="7090"/>
                    <a:pt x="134" y="7090"/>
                  </a:cubicBezTo>
                  <a:lnTo>
                    <a:pt x="1334" y="7390"/>
                  </a:lnTo>
                  <a:cubicBezTo>
                    <a:pt x="1334" y="7390"/>
                    <a:pt x="1496" y="5387"/>
                    <a:pt x="3091" y="5387"/>
                  </a:cubicBezTo>
                  <a:cubicBezTo>
                    <a:pt x="3117" y="5387"/>
                    <a:pt x="3143" y="5388"/>
                    <a:pt x="3169" y="5389"/>
                  </a:cubicBezTo>
                  <a:cubicBezTo>
                    <a:pt x="3181" y="5389"/>
                    <a:pt x="3194" y="5389"/>
                    <a:pt x="3206" y="5389"/>
                  </a:cubicBezTo>
                  <a:cubicBezTo>
                    <a:pt x="4873" y="5389"/>
                    <a:pt x="5071" y="3145"/>
                    <a:pt x="5204" y="1886"/>
                  </a:cubicBezTo>
                  <a:cubicBezTo>
                    <a:pt x="5337" y="585"/>
                    <a:pt x="6371" y="452"/>
                    <a:pt x="6371" y="452"/>
                  </a:cubicBezTo>
                  <a:cubicBezTo>
                    <a:pt x="6037" y="133"/>
                    <a:pt x="5582" y="1"/>
                    <a:pt x="5074" y="1"/>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51"/>
            <p:cNvSpPr/>
            <p:nvPr/>
          </p:nvSpPr>
          <p:spPr>
            <a:xfrm>
              <a:off x="2370225" y="1597500"/>
              <a:ext cx="683850" cy="623800"/>
            </a:xfrm>
            <a:custGeom>
              <a:rect b="b" l="l" r="r" t="t"/>
              <a:pathLst>
                <a:path extrusionOk="0" h="24952" w="27354">
                  <a:moveTo>
                    <a:pt x="8073" y="1"/>
                  </a:moveTo>
                  <a:lnTo>
                    <a:pt x="1" y="12776"/>
                  </a:lnTo>
                  <a:lnTo>
                    <a:pt x="19281" y="24952"/>
                  </a:lnTo>
                  <a:lnTo>
                    <a:pt x="27354" y="12209"/>
                  </a:lnTo>
                  <a:lnTo>
                    <a:pt x="8073" y="1"/>
                  </a:ln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51"/>
            <p:cNvSpPr/>
            <p:nvPr/>
          </p:nvSpPr>
          <p:spPr>
            <a:xfrm>
              <a:off x="2371075" y="1869375"/>
              <a:ext cx="683000" cy="351925"/>
            </a:xfrm>
            <a:custGeom>
              <a:rect b="b" l="l" r="r" t="t"/>
              <a:pathLst>
                <a:path extrusionOk="0" h="14077" w="27320">
                  <a:moveTo>
                    <a:pt x="26953" y="0"/>
                  </a:moveTo>
                  <a:lnTo>
                    <a:pt x="834" y="1835"/>
                  </a:lnTo>
                  <a:lnTo>
                    <a:pt x="0" y="1901"/>
                  </a:lnTo>
                  <a:lnTo>
                    <a:pt x="19247" y="14077"/>
                  </a:lnTo>
                  <a:lnTo>
                    <a:pt x="27320" y="1334"/>
                  </a:lnTo>
                  <a:lnTo>
                    <a:pt x="27220" y="867"/>
                  </a:lnTo>
                  <a:lnTo>
                    <a:pt x="26953" y="0"/>
                  </a:ln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51"/>
            <p:cNvSpPr/>
            <p:nvPr/>
          </p:nvSpPr>
          <p:spPr>
            <a:xfrm>
              <a:off x="2712150" y="1868525"/>
              <a:ext cx="339425" cy="328600"/>
            </a:xfrm>
            <a:custGeom>
              <a:rect b="b" l="l" r="r" t="t"/>
              <a:pathLst>
                <a:path extrusionOk="0" h="13144" w="13577">
                  <a:moveTo>
                    <a:pt x="13310" y="1"/>
                  </a:moveTo>
                  <a:lnTo>
                    <a:pt x="0" y="568"/>
                  </a:lnTo>
                  <a:lnTo>
                    <a:pt x="5271" y="12777"/>
                  </a:lnTo>
                  <a:cubicBezTo>
                    <a:pt x="5704" y="13077"/>
                    <a:pt x="5604" y="12977"/>
                    <a:pt x="5871" y="13143"/>
                  </a:cubicBezTo>
                  <a:lnTo>
                    <a:pt x="13577" y="901"/>
                  </a:lnTo>
                  <a:lnTo>
                    <a:pt x="133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51"/>
            <p:cNvSpPr/>
            <p:nvPr/>
          </p:nvSpPr>
          <p:spPr>
            <a:xfrm>
              <a:off x="2383575" y="1577500"/>
              <a:ext cx="662175" cy="610450"/>
            </a:xfrm>
            <a:custGeom>
              <a:rect b="b" l="l" r="r" t="t"/>
              <a:pathLst>
                <a:path extrusionOk="0" h="24418" w="26487">
                  <a:moveTo>
                    <a:pt x="8040" y="0"/>
                  </a:moveTo>
                  <a:lnTo>
                    <a:pt x="0" y="12776"/>
                  </a:lnTo>
                  <a:lnTo>
                    <a:pt x="18414" y="24418"/>
                  </a:lnTo>
                  <a:lnTo>
                    <a:pt x="26486" y="11642"/>
                  </a:lnTo>
                  <a:lnTo>
                    <a:pt x="8040" y="0"/>
                  </a:ln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51"/>
            <p:cNvSpPr/>
            <p:nvPr/>
          </p:nvSpPr>
          <p:spPr>
            <a:xfrm>
              <a:off x="2683850" y="1667925"/>
              <a:ext cx="221800" cy="180725"/>
            </a:xfrm>
            <a:custGeom>
              <a:rect b="b" l="l" r="r" t="t"/>
              <a:pathLst>
                <a:path extrusionOk="0" h="7229" w="8872">
                  <a:moveTo>
                    <a:pt x="4325" y="1"/>
                  </a:moveTo>
                  <a:cubicBezTo>
                    <a:pt x="4279" y="1"/>
                    <a:pt x="4238" y="7"/>
                    <a:pt x="4201" y="19"/>
                  </a:cubicBezTo>
                  <a:cubicBezTo>
                    <a:pt x="4201" y="19"/>
                    <a:pt x="1799" y="453"/>
                    <a:pt x="1232" y="2120"/>
                  </a:cubicBezTo>
                  <a:cubicBezTo>
                    <a:pt x="680" y="3746"/>
                    <a:pt x="0" y="5593"/>
                    <a:pt x="738" y="5593"/>
                  </a:cubicBezTo>
                  <a:cubicBezTo>
                    <a:pt x="757" y="5593"/>
                    <a:pt x="777" y="5592"/>
                    <a:pt x="799" y="5590"/>
                  </a:cubicBezTo>
                  <a:cubicBezTo>
                    <a:pt x="1032" y="5556"/>
                    <a:pt x="1332" y="5323"/>
                    <a:pt x="1566" y="4956"/>
                  </a:cubicBezTo>
                  <a:lnTo>
                    <a:pt x="1566" y="4956"/>
                  </a:lnTo>
                  <a:cubicBezTo>
                    <a:pt x="1314" y="5900"/>
                    <a:pt x="1181" y="6666"/>
                    <a:pt x="1615" y="6666"/>
                  </a:cubicBezTo>
                  <a:cubicBezTo>
                    <a:pt x="1641" y="6666"/>
                    <a:pt x="1669" y="6663"/>
                    <a:pt x="1699" y="6657"/>
                  </a:cubicBezTo>
                  <a:cubicBezTo>
                    <a:pt x="1999" y="6624"/>
                    <a:pt x="2366" y="6257"/>
                    <a:pt x="2700" y="5790"/>
                  </a:cubicBezTo>
                  <a:lnTo>
                    <a:pt x="2700" y="5790"/>
                  </a:lnTo>
                  <a:cubicBezTo>
                    <a:pt x="2473" y="6634"/>
                    <a:pt x="2403" y="7225"/>
                    <a:pt x="2861" y="7225"/>
                  </a:cubicBezTo>
                  <a:cubicBezTo>
                    <a:pt x="2874" y="7225"/>
                    <a:pt x="2887" y="7225"/>
                    <a:pt x="2900" y="7224"/>
                  </a:cubicBezTo>
                  <a:cubicBezTo>
                    <a:pt x="3367" y="7157"/>
                    <a:pt x="3968" y="6424"/>
                    <a:pt x="4368" y="5590"/>
                  </a:cubicBezTo>
                  <a:lnTo>
                    <a:pt x="4368" y="5590"/>
                  </a:lnTo>
                  <a:cubicBezTo>
                    <a:pt x="4080" y="6516"/>
                    <a:pt x="4007" y="7228"/>
                    <a:pt x="4470" y="7228"/>
                  </a:cubicBezTo>
                  <a:cubicBezTo>
                    <a:pt x="4491" y="7228"/>
                    <a:pt x="4512" y="7227"/>
                    <a:pt x="4535" y="7224"/>
                  </a:cubicBezTo>
                  <a:cubicBezTo>
                    <a:pt x="5202" y="7124"/>
                    <a:pt x="5669" y="5790"/>
                    <a:pt x="6336" y="4756"/>
                  </a:cubicBezTo>
                  <a:cubicBezTo>
                    <a:pt x="6773" y="4101"/>
                    <a:pt x="6951" y="4011"/>
                    <a:pt x="7159" y="4011"/>
                  </a:cubicBezTo>
                  <a:cubicBezTo>
                    <a:pt x="7237" y="4011"/>
                    <a:pt x="7318" y="4024"/>
                    <a:pt x="7419" y="4024"/>
                  </a:cubicBezTo>
                  <a:cubicBezTo>
                    <a:pt x="7543" y="4024"/>
                    <a:pt x="7695" y="4005"/>
                    <a:pt x="7904" y="3922"/>
                  </a:cubicBezTo>
                  <a:lnTo>
                    <a:pt x="8537" y="4289"/>
                  </a:lnTo>
                  <a:cubicBezTo>
                    <a:pt x="8871" y="3588"/>
                    <a:pt x="8504" y="2988"/>
                    <a:pt x="8471" y="2954"/>
                  </a:cubicBezTo>
                  <a:cubicBezTo>
                    <a:pt x="8304" y="2621"/>
                    <a:pt x="7870" y="2321"/>
                    <a:pt x="7570" y="2287"/>
                  </a:cubicBezTo>
                  <a:cubicBezTo>
                    <a:pt x="7570" y="1987"/>
                    <a:pt x="7303" y="1754"/>
                    <a:pt x="6970" y="1587"/>
                  </a:cubicBezTo>
                  <a:cubicBezTo>
                    <a:pt x="6841" y="1532"/>
                    <a:pt x="6723" y="1507"/>
                    <a:pt x="6609" y="1507"/>
                  </a:cubicBezTo>
                  <a:cubicBezTo>
                    <a:pt x="6516" y="1507"/>
                    <a:pt x="6426" y="1523"/>
                    <a:pt x="6336" y="1553"/>
                  </a:cubicBezTo>
                  <a:cubicBezTo>
                    <a:pt x="6245" y="1252"/>
                    <a:pt x="5936" y="977"/>
                    <a:pt x="5705" y="977"/>
                  </a:cubicBezTo>
                  <a:cubicBezTo>
                    <a:pt x="5681" y="977"/>
                    <a:pt x="5658" y="980"/>
                    <a:pt x="5635" y="986"/>
                  </a:cubicBezTo>
                  <a:cubicBezTo>
                    <a:pt x="5635" y="986"/>
                    <a:pt x="5569" y="986"/>
                    <a:pt x="5469" y="1053"/>
                  </a:cubicBezTo>
                  <a:cubicBezTo>
                    <a:pt x="5402" y="786"/>
                    <a:pt x="5302" y="619"/>
                    <a:pt x="5302" y="619"/>
                  </a:cubicBezTo>
                  <a:cubicBezTo>
                    <a:pt x="5155" y="297"/>
                    <a:pt x="4649" y="1"/>
                    <a:pt x="4325" y="1"/>
                  </a:cubicBezTo>
                  <a:close/>
                </a:path>
              </a:pathLst>
            </a:custGeom>
            <a:solidFill>
              <a:srgbClr val="F9B5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1"/>
            <p:cNvSpPr/>
            <p:nvPr/>
          </p:nvSpPr>
          <p:spPr>
            <a:xfrm>
              <a:off x="1175200" y="1632350"/>
              <a:ext cx="780600" cy="1203250"/>
            </a:xfrm>
            <a:custGeom>
              <a:rect b="b" l="l" r="r" t="t"/>
              <a:pathLst>
                <a:path extrusionOk="0" h="48130" w="31224">
                  <a:moveTo>
                    <a:pt x="17893" y="1"/>
                  </a:moveTo>
                  <a:cubicBezTo>
                    <a:pt x="14074" y="1"/>
                    <a:pt x="9994" y="5039"/>
                    <a:pt x="7373" y="10749"/>
                  </a:cubicBezTo>
                  <a:cubicBezTo>
                    <a:pt x="7073" y="10815"/>
                    <a:pt x="6806" y="10849"/>
                    <a:pt x="6506" y="10849"/>
                  </a:cubicBezTo>
                  <a:cubicBezTo>
                    <a:pt x="4771" y="11049"/>
                    <a:pt x="3303" y="12283"/>
                    <a:pt x="2836" y="14018"/>
                  </a:cubicBezTo>
                  <a:cubicBezTo>
                    <a:pt x="2136" y="16753"/>
                    <a:pt x="1702" y="20956"/>
                    <a:pt x="1602" y="25493"/>
                  </a:cubicBezTo>
                  <a:cubicBezTo>
                    <a:pt x="1335" y="25526"/>
                    <a:pt x="1102" y="25593"/>
                    <a:pt x="835" y="25726"/>
                  </a:cubicBezTo>
                  <a:cubicBezTo>
                    <a:pt x="1" y="26126"/>
                    <a:pt x="335" y="33098"/>
                    <a:pt x="835" y="33865"/>
                  </a:cubicBezTo>
                  <a:cubicBezTo>
                    <a:pt x="1035" y="34132"/>
                    <a:pt x="1369" y="34265"/>
                    <a:pt x="1769" y="34366"/>
                  </a:cubicBezTo>
                  <a:cubicBezTo>
                    <a:pt x="2036" y="38769"/>
                    <a:pt x="2636" y="42538"/>
                    <a:pt x="3503" y="44139"/>
                  </a:cubicBezTo>
                  <a:cubicBezTo>
                    <a:pt x="4949" y="46798"/>
                    <a:pt x="10671" y="48130"/>
                    <a:pt x="16242" y="48130"/>
                  </a:cubicBezTo>
                  <a:cubicBezTo>
                    <a:pt x="21085" y="48130"/>
                    <a:pt x="25814" y="47123"/>
                    <a:pt x="27521" y="45107"/>
                  </a:cubicBezTo>
                  <a:cubicBezTo>
                    <a:pt x="31223" y="40770"/>
                    <a:pt x="30289" y="15385"/>
                    <a:pt x="24152" y="12150"/>
                  </a:cubicBezTo>
                  <a:cubicBezTo>
                    <a:pt x="21636" y="10825"/>
                    <a:pt x="17837" y="10405"/>
                    <a:pt x="14225" y="10405"/>
                  </a:cubicBezTo>
                  <a:cubicBezTo>
                    <a:pt x="13287" y="10405"/>
                    <a:pt x="12362" y="10434"/>
                    <a:pt x="11476" y="10482"/>
                  </a:cubicBezTo>
                  <a:cubicBezTo>
                    <a:pt x="14785" y="5066"/>
                    <a:pt x="17172" y="3178"/>
                    <a:pt x="18000" y="3178"/>
                  </a:cubicBezTo>
                  <a:cubicBezTo>
                    <a:pt x="18090" y="3178"/>
                    <a:pt x="18162" y="3201"/>
                    <a:pt x="18214" y="3243"/>
                  </a:cubicBezTo>
                  <a:cubicBezTo>
                    <a:pt x="18814" y="3710"/>
                    <a:pt x="18848" y="5045"/>
                    <a:pt x="18848" y="5045"/>
                  </a:cubicBezTo>
                  <a:lnTo>
                    <a:pt x="20315" y="6079"/>
                  </a:lnTo>
                  <a:cubicBezTo>
                    <a:pt x="20315" y="6079"/>
                    <a:pt x="20983" y="541"/>
                    <a:pt x="18681" y="74"/>
                  </a:cubicBezTo>
                  <a:cubicBezTo>
                    <a:pt x="18420" y="25"/>
                    <a:pt x="18157" y="1"/>
                    <a:pt x="178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51"/>
            <p:cNvSpPr/>
            <p:nvPr/>
          </p:nvSpPr>
          <p:spPr>
            <a:xfrm>
              <a:off x="1937425" y="1825825"/>
              <a:ext cx="234350" cy="729900"/>
            </a:xfrm>
            <a:custGeom>
              <a:rect b="b" l="l" r="r" t="t"/>
              <a:pathLst>
                <a:path extrusionOk="0" h="29196" w="9374">
                  <a:moveTo>
                    <a:pt x="3551" y="1"/>
                  </a:moveTo>
                  <a:cubicBezTo>
                    <a:pt x="888" y="1"/>
                    <a:pt x="0" y="2309"/>
                    <a:pt x="0" y="2309"/>
                  </a:cubicBezTo>
                  <a:lnTo>
                    <a:pt x="1268" y="2676"/>
                  </a:lnTo>
                  <a:cubicBezTo>
                    <a:pt x="1268" y="2676"/>
                    <a:pt x="1686" y="2472"/>
                    <a:pt x="2272" y="2472"/>
                  </a:cubicBezTo>
                  <a:cubicBezTo>
                    <a:pt x="3220" y="2472"/>
                    <a:pt x="4608" y="3007"/>
                    <a:pt x="5371" y="5812"/>
                  </a:cubicBezTo>
                  <a:cubicBezTo>
                    <a:pt x="6638" y="10348"/>
                    <a:pt x="3136" y="21923"/>
                    <a:pt x="3136" y="21923"/>
                  </a:cubicBezTo>
                  <a:cubicBezTo>
                    <a:pt x="2536" y="24625"/>
                    <a:pt x="2736" y="29195"/>
                    <a:pt x="2736" y="29195"/>
                  </a:cubicBezTo>
                  <a:cubicBezTo>
                    <a:pt x="2736" y="29195"/>
                    <a:pt x="7839" y="16252"/>
                    <a:pt x="8406" y="10982"/>
                  </a:cubicBezTo>
                  <a:cubicBezTo>
                    <a:pt x="8973" y="5745"/>
                    <a:pt x="9374" y="1742"/>
                    <a:pt x="5638" y="408"/>
                  </a:cubicBezTo>
                  <a:cubicBezTo>
                    <a:pt x="4845" y="119"/>
                    <a:pt x="4152" y="1"/>
                    <a:pt x="35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8" name="Google Shape;1298;p51"/>
          <p:cNvGrpSpPr/>
          <p:nvPr/>
        </p:nvGrpSpPr>
        <p:grpSpPr>
          <a:xfrm>
            <a:off x="5972249" y="931669"/>
            <a:ext cx="1843147" cy="2204214"/>
            <a:chOff x="6103275" y="1371275"/>
            <a:chExt cx="2327500" cy="2783450"/>
          </a:xfrm>
        </p:grpSpPr>
        <p:sp>
          <p:nvSpPr>
            <p:cNvPr id="1299" name="Google Shape;1299;p51"/>
            <p:cNvSpPr/>
            <p:nvPr/>
          </p:nvSpPr>
          <p:spPr>
            <a:xfrm>
              <a:off x="6315075" y="2389650"/>
              <a:ext cx="692050" cy="487875"/>
            </a:xfrm>
            <a:custGeom>
              <a:rect b="b" l="l" r="r" t="t"/>
              <a:pathLst>
                <a:path extrusionOk="0" h="19515" w="27682">
                  <a:moveTo>
                    <a:pt x="23552" y="0"/>
                  </a:moveTo>
                  <a:cubicBezTo>
                    <a:pt x="23551" y="0"/>
                    <a:pt x="23551" y="0"/>
                    <a:pt x="23551" y="1"/>
                  </a:cubicBezTo>
                  <a:cubicBezTo>
                    <a:pt x="23084" y="101"/>
                    <a:pt x="22350" y="368"/>
                    <a:pt x="21516" y="835"/>
                  </a:cubicBezTo>
                  <a:cubicBezTo>
                    <a:pt x="18981" y="2169"/>
                    <a:pt x="15479" y="4604"/>
                    <a:pt x="15479" y="4604"/>
                  </a:cubicBezTo>
                  <a:cubicBezTo>
                    <a:pt x="15145" y="4671"/>
                    <a:pt x="14811" y="4771"/>
                    <a:pt x="14478" y="4871"/>
                  </a:cubicBezTo>
                  <a:cubicBezTo>
                    <a:pt x="10175" y="6439"/>
                    <a:pt x="6472" y="10041"/>
                    <a:pt x="4404" y="11776"/>
                  </a:cubicBezTo>
                  <a:cubicBezTo>
                    <a:pt x="2803" y="13143"/>
                    <a:pt x="1" y="15879"/>
                    <a:pt x="1" y="15879"/>
                  </a:cubicBezTo>
                  <a:lnTo>
                    <a:pt x="1535" y="19515"/>
                  </a:lnTo>
                  <a:cubicBezTo>
                    <a:pt x="1535" y="19515"/>
                    <a:pt x="2302" y="19114"/>
                    <a:pt x="3503" y="18547"/>
                  </a:cubicBezTo>
                  <a:cubicBezTo>
                    <a:pt x="3637" y="18481"/>
                    <a:pt x="3737" y="18414"/>
                    <a:pt x="3904" y="18347"/>
                  </a:cubicBezTo>
                  <a:cubicBezTo>
                    <a:pt x="5171" y="17813"/>
                    <a:pt x="6806" y="17180"/>
                    <a:pt x="8640" y="16679"/>
                  </a:cubicBezTo>
                  <a:cubicBezTo>
                    <a:pt x="10842" y="16045"/>
                    <a:pt x="13144" y="14978"/>
                    <a:pt x="16079" y="13277"/>
                  </a:cubicBezTo>
                  <a:cubicBezTo>
                    <a:pt x="18647" y="11842"/>
                    <a:pt x="20582" y="10608"/>
                    <a:pt x="20582" y="10608"/>
                  </a:cubicBezTo>
                  <a:cubicBezTo>
                    <a:pt x="24018" y="9307"/>
                    <a:pt x="26386" y="7206"/>
                    <a:pt x="26386" y="7206"/>
                  </a:cubicBezTo>
                  <a:cubicBezTo>
                    <a:pt x="27681" y="3719"/>
                    <a:pt x="23621" y="0"/>
                    <a:pt x="2355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51"/>
            <p:cNvSpPr/>
            <p:nvPr/>
          </p:nvSpPr>
          <p:spPr>
            <a:xfrm>
              <a:off x="6103275" y="2775750"/>
              <a:ext cx="308575" cy="297825"/>
            </a:xfrm>
            <a:custGeom>
              <a:rect b="b" l="l" r="r" t="t"/>
              <a:pathLst>
                <a:path extrusionOk="0" h="11913" w="12343">
                  <a:moveTo>
                    <a:pt x="8506" y="268"/>
                  </a:moveTo>
                  <a:lnTo>
                    <a:pt x="1201" y="5105"/>
                  </a:lnTo>
                  <a:lnTo>
                    <a:pt x="267" y="7106"/>
                  </a:lnTo>
                  <a:lnTo>
                    <a:pt x="33" y="8073"/>
                  </a:lnTo>
                  <a:cubicBezTo>
                    <a:pt x="0" y="8207"/>
                    <a:pt x="100" y="8374"/>
                    <a:pt x="267" y="8440"/>
                  </a:cubicBezTo>
                  <a:cubicBezTo>
                    <a:pt x="313" y="8468"/>
                    <a:pt x="361" y="8480"/>
                    <a:pt x="409" y="8480"/>
                  </a:cubicBezTo>
                  <a:cubicBezTo>
                    <a:pt x="534" y="8480"/>
                    <a:pt x="652" y="8394"/>
                    <a:pt x="701" y="8274"/>
                  </a:cubicBezTo>
                  <a:lnTo>
                    <a:pt x="1101" y="7440"/>
                  </a:lnTo>
                  <a:lnTo>
                    <a:pt x="2469" y="5338"/>
                  </a:lnTo>
                  <a:lnTo>
                    <a:pt x="1034" y="8040"/>
                  </a:lnTo>
                  <a:lnTo>
                    <a:pt x="200" y="10775"/>
                  </a:lnTo>
                  <a:cubicBezTo>
                    <a:pt x="134" y="11076"/>
                    <a:pt x="300" y="11409"/>
                    <a:pt x="601" y="11509"/>
                  </a:cubicBezTo>
                  <a:cubicBezTo>
                    <a:pt x="641" y="11521"/>
                    <a:pt x="684" y="11526"/>
                    <a:pt x="727" y="11526"/>
                  </a:cubicBezTo>
                  <a:cubicBezTo>
                    <a:pt x="934" y="11526"/>
                    <a:pt x="1158" y="11402"/>
                    <a:pt x="1268" y="11209"/>
                  </a:cubicBezTo>
                  <a:lnTo>
                    <a:pt x="2335" y="8874"/>
                  </a:lnTo>
                  <a:lnTo>
                    <a:pt x="4337" y="5538"/>
                  </a:lnTo>
                  <a:lnTo>
                    <a:pt x="3669" y="7907"/>
                  </a:lnTo>
                  <a:lnTo>
                    <a:pt x="3469" y="11242"/>
                  </a:lnTo>
                  <a:cubicBezTo>
                    <a:pt x="3438" y="11652"/>
                    <a:pt x="3763" y="11912"/>
                    <a:pt x="4108" y="11912"/>
                  </a:cubicBezTo>
                  <a:cubicBezTo>
                    <a:pt x="4128" y="11912"/>
                    <a:pt x="4149" y="11911"/>
                    <a:pt x="4170" y="11910"/>
                  </a:cubicBezTo>
                  <a:cubicBezTo>
                    <a:pt x="4437" y="11876"/>
                    <a:pt x="4637" y="11709"/>
                    <a:pt x="4703" y="11443"/>
                  </a:cubicBezTo>
                  <a:lnTo>
                    <a:pt x="5704" y="7673"/>
                  </a:lnTo>
                  <a:lnTo>
                    <a:pt x="6638" y="5372"/>
                  </a:lnTo>
                  <a:lnTo>
                    <a:pt x="6271" y="7606"/>
                  </a:lnTo>
                  <a:lnTo>
                    <a:pt x="6004" y="10709"/>
                  </a:lnTo>
                  <a:cubicBezTo>
                    <a:pt x="5971" y="11042"/>
                    <a:pt x="6171" y="11309"/>
                    <a:pt x="6505" y="11409"/>
                  </a:cubicBezTo>
                  <a:cubicBezTo>
                    <a:pt x="6547" y="11417"/>
                    <a:pt x="6589" y="11421"/>
                    <a:pt x="6629" y="11421"/>
                  </a:cubicBezTo>
                  <a:cubicBezTo>
                    <a:pt x="6945" y="11421"/>
                    <a:pt x="7217" y="11200"/>
                    <a:pt x="7305" y="10875"/>
                  </a:cubicBezTo>
                  <a:lnTo>
                    <a:pt x="7772" y="8307"/>
                  </a:lnTo>
                  <a:lnTo>
                    <a:pt x="8640" y="6706"/>
                  </a:lnTo>
                  <a:lnTo>
                    <a:pt x="9707" y="5038"/>
                  </a:lnTo>
                  <a:lnTo>
                    <a:pt x="10041" y="5872"/>
                  </a:lnTo>
                  <a:lnTo>
                    <a:pt x="8173" y="8607"/>
                  </a:lnTo>
                  <a:cubicBezTo>
                    <a:pt x="8006" y="8907"/>
                    <a:pt x="8006" y="9274"/>
                    <a:pt x="8273" y="9541"/>
                  </a:cubicBezTo>
                  <a:cubicBezTo>
                    <a:pt x="8414" y="9700"/>
                    <a:pt x="8610" y="9784"/>
                    <a:pt x="8808" y="9784"/>
                  </a:cubicBezTo>
                  <a:cubicBezTo>
                    <a:pt x="8986" y="9784"/>
                    <a:pt x="9165" y="9716"/>
                    <a:pt x="9307" y="9575"/>
                  </a:cubicBezTo>
                  <a:lnTo>
                    <a:pt x="11842" y="7240"/>
                  </a:lnTo>
                  <a:cubicBezTo>
                    <a:pt x="12175" y="6939"/>
                    <a:pt x="12342" y="6506"/>
                    <a:pt x="12309" y="6039"/>
                  </a:cubicBezTo>
                  <a:lnTo>
                    <a:pt x="11842" y="1702"/>
                  </a:lnTo>
                  <a:cubicBezTo>
                    <a:pt x="9774" y="1"/>
                    <a:pt x="8506" y="401"/>
                    <a:pt x="8506" y="268"/>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51"/>
            <p:cNvSpPr/>
            <p:nvPr/>
          </p:nvSpPr>
          <p:spPr>
            <a:xfrm>
              <a:off x="7303300" y="2081075"/>
              <a:ext cx="798075" cy="962275"/>
            </a:xfrm>
            <a:custGeom>
              <a:rect b="b" l="l" r="r" t="t"/>
              <a:pathLst>
                <a:path extrusionOk="0" h="38491" w="31923">
                  <a:moveTo>
                    <a:pt x="22997" y="1"/>
                  </a:moveTo>
                  <a:cubicBezTo>
                    <a:pt x="22970" y="1"/>
                    <a:pt x="22943" y="1"/>
                    <a:pt x="22916" y="1"/>
                  </a:cubicBezTo>
                  <a:cubicBezTo>
                    <a:pt x="18713" y="35"/>
                    <a:pt x="9840" y="502"/>
                    <a:pt x="5637" y="3504"/>
                  </a:cubicBezTo>
                  <a:cubicBezTo>
                    <a:pt x="0" y="7507"/>
                    <a:pt x="2235" y="32825"/>
                    <a:pt x="6471" y="36661"/>
                  </a:cubicBezTo>
                  <a:cubicBezTo>
                    <a:pt x="7857" y="37926"/>
                    <a:pt x="10687" y="38491"/>
                    <a:pt x="13930" y="38491"/>
                  </a:cubicBezTo>
                  <a:cubicBezTo>
                    <a:pt x="20523" y="38491"/>
                    <a:pt x="28824" y="36157"/>
                    <a:pt x="30188" y="32625"/>
                  </a:cubicBezTo>
                  <a:cubicBezTo>
                    <a:pt x="30855" y="30890"/>
                    <a:pt x="30989" y="27121"/>
                    <a:pt x="30689" y="22684"/>
                  </a:cubicBezTo>
                  <a:cubicBezTo>
                    <a:pt x="31056" y="22551"/>
                    <a:pt x="31356" y="22351"/>
                    <a:pt x="31523" y="22051"/>
                  </a:cubicBezTo>
                  <a:cubicBezTo>
                    <a:pt x="31923" y="21217"/>
                    <a:pt x="31356" y="14312"/>
                    <a:pt x="30488" y="14011"/>
                  </a:cubicBezTo>
                  <a:cubicBezTo>
                    <a:pt x="30188" y="13945"/>
                    <a:pt x="29921" y="13878"/>
                    <a:pt x="29688" y="13878"/>
                  </a:cubicBezTo>
                  <a:cubicBezTo>
                    <a:pt x="28987" y="9475"/>
                    <a:pt x="28020" y="5305"/>
                    <a:pt x="26986" y="2670"/>
                  </a:cubicBezTo>
                  <a:cubicBezTo>
                    <a:pt x="26329" y="1060"/>
                    <a:pt x="24734" y="1"/>
                    <a:pt x="229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51"/>
            <p:cNvSpPr/>
            <p:nvPr/>
          </p:nvSpPr>
          <p:spPr>
            <a:xfrm>
              <a:off x="6875475" y="3733125"/>
              <a:ext cx="489550" cy="404475"/>
            </a:xfrm>
            <a:custGeom>
              <a:rect b="b" l="l" r="r" t="t"/>
              <a:pathLst>
                <a:path extrusionOk="0" h="16179" w="19582">
                  <a:moveTo>
                    <a:pt x="15745" y="0"/>
                  </a:moveTo>
                  <a:cubicBezTo>
                    <a:pt x="15178" y="0"/>
                    <a:pt x="14645" y="67"/>
                    <a:pt x="14244" y="234"/>
                  </a:cubicBezTo>
                  <a:cubicBezTo>
                    <a:pt x="12610" y="834"/>
                    <a:pt x="11576" y="2302"/>
                    <a:pt x="10408" y="3603"/>
                  </a:cubicBezTo>
                  <a:cubicBezTo>
                    <a:pt x="10008" y="3970"/>
                    <a:pt x="8140" y="5104"/>
                    <a:pt x="6672" y="5971"/>
                  </a:cubicBezTo>
                  <a:cubicBezTo>
                    <a:pt x="5104" y="6905"/>
                    <a:pt x="3737" y="8073"/>
                    <a:pt x="2569" y="9474"/>
                  </a:cubicBezTo>
                  <a:cubicBezTo>
                    <a:pt x="1602" y="10641"/>
                    <a:pt x="635" y="12009"/>
                    <a:pt x="334" y="13143"/>
                  </a:cubicBezTo>
                  <a:cubicBezTo>
                    <a:pt x="1" y="14310"/>
                    <a:pt x="134" y="15078"/>
                    <a:pt x="434" y="15511"/>
                  </a:cubicBezTo>
                  <a:cubicBezTo>
                    <a:pt x="768" y="16012"/>
                    <a:pt x="1302" y="16178"/>
                    <a:pt x="1669" y="16178"/>
                  </a:cubicBezTo>
                  <a:cubicBezTo>
                    <a:pt x="1769" y="16178"/>
                    <a:pt x="1835" y="16178"/>
                    <a:pt x="1969" y="16145"/>
                  </a:cubicBezTo>
                  <a:cubicBezTo>
                    <a:pt x="3236" y="15811"/>
                    <a:pt x="7273" y="14144"/>
                    <a:pt x="8007" y="13443"/>
                  </a:cubicBezTo>
                  <a:cubicBezTo>
                    <a:pt x="8040" y="13410"/>
                    <a:pt x="8140" y="13343"/>
                    <a:pt x="8173" y="13310"/>
                  </a:cubicBezTo>
                  <a:cubicBezTo>
                    <a:pt x="8440" y="13143"/>
                    <a:pt x="8740" y="12976"/>
                    <a:pt x="9074" y="12843"/>
                  </a:cubicBezTo>
                  <a:cubicBezTo>
                    <a:pt x="10442" y="12309"/>
                    <a:pt x="12610" y="12009"/>
                    <a:pt x="13911" y="11475"/>
                  </a:cubicBezTo>
                  <a:cubicBezTo>
                    <a:pt x="15612" y="10774"/>
                    <a:pt x="17447" y="10007"/>
                    <a:pt x="17447" y="10007"/>
                  </a:cubicBezTo>
                  <a:cubicBezTo>
                    <a:pt x="16980" y="9440"/>
                    <a:pt x="16746" y="8806"/>
                    <a:pt x="16579" y="8173"/>
                  </a:cubicBezTo>
                  <a:cubicBezTo>
                    <a:pt x="15645" y="4437"/>
                    <a:pt x="19581" y="767"/>
                    <a:pt x="19581" y="767"/>
                  </a:cubicBezTo>
                  <a:cubicBezTo>
                    <a:pt x="19581" y="767"/>
                    <a:pt x="17480" y="67"/>
                    <a:pt x="1574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51"/>
            <p:cNvSpPr/>
            <p:nvPr/>
          </p:nvSpPr>
          <p:spPr>
            <a:xfrm>
              <a:off x="6867150" y="3732275"/>
              <a:ext cx="402800" cy="405325"/>
            </a:xfrm>
            <a:custGeom>
              <a:rect b="b" l="l" r="r" t="t"/>
              <a:pathLst>
                <a:path extrusionOk="0" h="16213" w="16112">
                  <a:moveTo>
                    <a:pt x="16112" y="1"/>
                  </a:moveTo>
                  <a:cubicBezTo>
                    <a:pt x="15511" y="1"/>
                    <a:pt x="14978" y="34"/>
                    <a:pt x="14544" y="201"/>
                  </a:cubicBezTo>
                  <a:cubicBezTo>
                    <a:pt x="12943" y="835"/>
                    <a:pt x="11875" y="2302"/>
                    <a:pt x="10708" y="3603"/>
                  </a:cubicBezTo>
                  <a:cubicBezTo>
                    <a:pt x="10341" y="3970"/>
                    <a:pt x="8473" y="5104"/>
                    <a:pt x="7005" y="5972"/>
                  </a:cubicBezTo>
                  <a:cubicBezTo>
                    <a:pt x="5437" y="6872"/>
                    <a:pt x="4070" y="8040"/>
                    <a:pt x="2902" y="9474"/>
                  </a:cubicBezTo>
                  <a:cubicBezTo>
                    <a:pt x="1935" y="10642"/>
                    <a:pt x="968" y="12009"/>
                    <a:pt x="667" y="13143"/>
                  </a:cubicBezTo>
                  <a:cubicBezTo>
                    <a:pt x="0" y="15645"/>
                    <a:pt x="1301" y="16212"/>
                    <a:pt x="2002" y="16212"/>
                  </a:cubicBezTo>
                  <a:cubicBezTo>
                    <a:pt x="2102" y="16212"/>
                    <a:pt x="2168" y="16212"/>
                    <a:pt x="2302" y="16179"/>
                  </a:cubicBezTo>
                  <a:cubicBezTo>
                    <a:pt x="1768" y="16012"/>
                    <a:pt x="834" y="15278"/>
                    <a:pt x="1301" y="13344"/>
                  </a:cubicBezTo>
                  <a:cubicBezTo>
                    <a:pt x="1802" y="11142"/>
                    <a:pt x="6972" y="7072"/>
                    <a:pt x="8306" y="6205"/>
                  </a:cubicBezTo>
                  <a:cubicBezTo>
                    <a:pt x="9640" y="5338"/>
                    <a:pt x="12743" y="3870"/>
                    <a:pt x="13510" y="2503"/>
                  </a:cubicBezTo>
                  <a:cubicBezTo>
                    <a:pt x="14077" y="1602"/>
                    <a:pt x="15311" y="601"/>
                    <a:pt x="16112" y="1"/>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51"/>
            <p:cNvSpPr/>
            <p:nvPr/>
          </p:nvSpPr>
          <p:spPr>
            <a:xfrm>
              <a:off x="6788750" y="3482625"/>
              <a:ext cx="316100" cy="501050"/>
            </a:xfrm>
            <a:custGeom>
              <a:rect b="b" l="l" r="r" t="t"/>
              <a:pathLst>
                <a:path extrusionOk="0" h="20042" w="12644">
                  <a:moveTo>
                    <a:pt x="10266" y="0"/>
                  </a:moveTo>
                  <a:cubicBezTo>
                    <a:pt x="9837" y="0"/>
                    <a:pt x="9350" y="51"/>
                    <a:pt x="8807" y="180"/>
                  </a:cubicBezTo>
                  <a:cubicBezTo>
                    <a:pt x="6272" y="813"/>
                    <a:pt x="5171" y="6317"/>
                    <a:pt x="2636" y="9019"/>
                  </a:cubicBezTo>
                  <a:cubicBezTo>
                    <a:pt x="1" y="11821"/>
                    <a:pt x="634" y="18793"/>
                    <a:pt x="2636" y="19760"/>
                  </a:cubicBezTo>
                  <a:cubicBezTo>
                    <a:pt x="2736" y="19794"/>
                    <a:pt x="2836" y="19827"/>
                    <a:pt x="2969" y="19860"/>
                  </a:cubicBezTo>
                  <a:cubicBezTo>
                    <a:pt x="3312" y="19985"/>
                    <a:pt x="3648" y="20042"/>
                    <a:pt x="3975" y="20042"/>
                  </a:cubicBezTo>
                  <a:cubicBezTo>
                    <a:pt x="4701" y="20042"/>
                    <a:pt x="5384" y="19763"/>
                    <a:pt x="6005" y="19327"/>
                  </a:cubicBezTo>
                  <a:lnTo>
                    <a:pt x="6072" y="19293"/>
                  </a:lnTo>
                  <a:lnTo>
                    <a:pt x="6105" y="19293"/>
                  </a:lnTo>
                  <a:cubicBezTo>
                    <a:pt x="7706" y="18159"/>
                    <a:pt x="8874" y="16091"/>
                    <a:pt x="9007" y="14590"/>
                  </a:cubicBezTo>
                  <a:cubicBezTo>
                    <a:pt x="9007" y="14590"/>
                    <a:pt x="11242" y="11955"/>
                    <a:pt x="11375" y="10654"/>
                  </a:cubicBezTo>
                  <a:cubicBezTo>
                    <a:pt x="11442" y="9953"/>
                    <a:pt x="10975" y="8252"/>
                    <a:pt x="11042" y="6184"/>
                  </a:cubicBezTo>
                  <a:cubicBezTo>
                    <a:pt x="11075" y="4616"/>
                    <a:pt x="11409" y="2748"/>
                    <a:pt x="12443" y="980"/>
                  </a:cubicBezTo>
                  <a:cubicBezTo>
                    <a:pt x="12510" y="914"/>
                    <a:pt x="12576" y="780"/>
                    <a:pt x="12643" y="680"/>
                  </a:cubicBezTo>
                  <a:cubicBezTo>
                    <a:pt x="12643" y="680"/>
                    <a:pt x="11840" y="0"/>
                    <a:pt x="102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51"/>
            <p:cNvSpPr/>
            <p:nvPr/>
          </p:nvSpPr>
          <p:spPr>
            <a:xfrm>
              <a:off x="6788750" y="3482125"/>
              <a:ext cx="316100" cy="500525"/>
            </a:xfrm>
            <a:custGeom>
              <a:rect b="b" l="l" r="r" t="t"/>
              <a:pathLst>
                <a:path extrusionOk="0" h="20021" w="12644">
                  <a:moveTo>
                    <a:pt x="10253" y="0"/>
                  </a:moveTo>
                  <a:cubicBezTo>
                    <a:pt x="9828" y="0"/>
                    <a:pt x="9346" y="47"/>
                    <a:pt x="8807" y="166"/>
                  </a:cubicBezTo>
                  <a:cubicBezTo>
                    <a:pt x="6272" y="800"/>
                    <a:pt x="5204" y="6304"/>
                    <a:pt x="2636" y="9006"/>
                  </a:cubicBezTo>
                  <a:cubicBezTo>
                    <a:pt x="1" y="11808"/>
                    <a:pt x="634" y="18780"/>
                    <a:pt x="2636" y="19714"/>
                  </a:cubicBezTo>
                  <a:cubicBezTo>
                    <a:pt x="3072" y="19925"/>
                    <a:pt x="3508" y="20021"/>
                    <a:pt x="3939" y="20021"/>
                  </a:cubicBezTo>
                  <a:cubicBezTo>
                    <a:pt x="4662" y="20021"/>
                    <a:pt x="5370" y="19752"/>
                    <a:pt x="6038" y="19313"/>
                  </a:cubicBezTo>
                  <a:lnTo>
                    <a:pt x="6038" y="19313"/>
                  </a:lnTo>
                  <a:cubicBezTo>
                    <a:pt x="5750" y="19486"/>
                    <a:pt x="5098" y="19747"/>
                    <a:pt x="4342" y="19747"/>
                  </a:cubicBezTo>
                  <a:cubicBezTo>
                    <a:pt x="3784" y="19747"/>
                    <a:pt x="3169" y="19605"/>
                    <a:pt x="2603" y="19180"/>
                  </a:cubicBezTo>
                  <a:cubicBezTo>
                    <a:pt x="1202" y="18146"/>
                    <a:pt x="1535" y="14477"/>
                    <a:pt x="1602" y="13009"/>
                  </a:cubicBezTo>
                  <a:cubicBezTo>
                    <a:pt x="1702" y="11541"/>
                    <a:pt x="4237" y="7805"/>
                    <a:pt x="5071" y="6738"/>
                  </a:cubicBezTo>
                  <a:cubicBezTo>
                    <a:pt x="5905" y="5704"/>
                    <a:pt x="6772" y="1968"/>
                    <a:pt x="8307" y="967"/>
                  </a:cubicBezTo>
                  <a:cubicBezTo>
                    <a:pt x="8834" y="638"/>
                    <a:pt x="9474" y="529"/>
                    <a:pt x="10091" y="529"/>
                  </a:cubicBezTo>
                  <a:cubicBezTo>
                    <a:pt x="11229" y="529"/>
                    <a:pt x="12292" y="902"/>
                    <a:pt x="12443" y="967"/>
                  </a:cubicBezTo>
                  <a:cubicBezTo>
                    <a:pt x="12543" y="867"/>
                    <a:pt x="12576" y="767"/>
                    <a:pt x="12643" y="667"/>
                  </a:cubicBezTo>
                  <a:cubicBezTo>
                    <a:pt x="12643" y="667"/>
                    <a:pt x="11852" y="0"/>
                    <a:pt x="10253" y="0"/>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51"/>
            <p:cNvSpPr/>
            <p:nvPr/>
          </p:nvSpPr>
          <p:spPr>
            <a:xfrm>
              <a:off x="7832825" y="3128250"/>
              <a:ext cx="93425" cy="145400"/>
            </a:xfrm>
            <a:custGeom>
              <a:rect b="b" l="l" r="r" t="t"/>
              <a:pathLst>
                <a:path extrusionOk="0" h="5816" w="3737">
                  <a:moveTo>
                    <a:pt x="755" y="0"/>
                  </a:moveTo>
                  <a:cubicBezTo>
                    <a:pt x="497" y="0"/>
                    <a:pt x="305" y="174"/>
                    <a:pt x="234" y="612"/>
                  </a:cubicBezTo>
                  <a:cubicBezTo>
                    <a:pt x="1" y="2513"/>
                    <a:pt x="1502" y="5815"/>
                    <a:pt x="1502" y="5815"/>
                  </a:cubicBezTo>
                  <a:cubicBezTo>
                    <a:pt x="3236" y="5482"/>
                    <a:pt x="3737" y="3280"/>
                    <a:pt x="3403" y="2480"/>
                  </a:cubicBezTo>
                  <a:cubicBezTo>
                    <a:pt x="3148" y="1866"/>
                    <a:pt x="1600" y="0"/>
                    <a:pt x="75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51"/>
            <p:cNvSpPr/>
            <p:nvPr/>
          </p:nvSpPr>
          <p:spPr>
            <a:xfrm>
              <a:off x="6928850" y="2992700"/>
              <a:ext cx="1204725" cy="1162025"/>
            </a:xfrm>
            <a:custGeom>
              <a:rect b="b" l="l" r="r" t="t"/>
              <a:pathLst>
                <a:path extrusionOk="0" h="46481" w="48189">
                  <a:moveTo>
                    <a:pt x="24318" y="20210"/>
                  </a:moveTo>
                  <a:cubicBezTo>
                    <a:pt x="24318" y="20211"/>
                    <a:pt x="26553" y="27082"/>
                    <a:pt x="32857" y="32953"/>
                  </a:cubicBezTo>
                  <a:cubicBezTo>
                    <a:pt x="32857" y="32953"/>
                    <a:pt x="26493" y="31616"/>
                    <a:pt x="22902" y="31616"/>
                  </a:cubicBezTo>
                  <a:cubicBezTo>
                    <a:pt x="22816" y="31616"/>
                    <a:pt x="22732" y="31617"/>
                    <a:pt x="22650" y="31619"/>
                  </a:cubicBezTo>
                  <a:cubicBezTo>
                    <a:pt x="22650" y="31619"/>
                    <a:pt x="20482" y="31118"/>
                    <a:pt x="18447" y="30551"/>
                  </a:cubicBezTo>
                  <a:cubicBezTo>
                    <a:pt x="20682" y="29584"/>
                    <a:pt x="22750" y="27949"/>
                    <a:pt x="23451" y="26015"/>
                  </a:cubicBezTo>
                  <a:cubicBezTo>
                    <a:pt x="24385" y="23079"/>
                    <a:pt x="24018" y="21511"/>
                    <a:pt x="24318" y="20210"/>
                  </a:cubicBezTo>
                  <a:close/>
                  <a:moveTo>
                    <a:pt x="17769" y="0"/>
                  </a:moveTo>
                  <a:cubicBezTo>
                    <a:pt x="14067" y="0"/>
                    <a:pt x="10220" y="1182"/>
                    <a:pt x="7639" y="5100"/>
                  </a:cubicBezTo>
                  <a:cubicBezTo>
                    <a:pt x="7639" y="5100"/>
                    <a:pt x="6806" y="8602"/>
                    <a:pt x="8807" y="12338"/>
                  </a:cubicBezTo>
                  <a:cubicBezTo>
                    <a:pt x="9641" y="13872"/>
                    <a:pt x="10275" y="18609"/>
                    <a:pt x="9641" y="19577"/>
                  </a:cubicBezTo>
                  <a:cubicBezTo>
                    <a:pt x="9641" y="19577"/>
                    <a:pt x="8807" y="19643"/>
                    <a:pt x="7039" y="20244"/>
                  </a:cubicBezTo>
                  <a:cubicBezTo>
                    <a:pt x="5972" y="20611"/>
                    <a:pt x="4270" y="21344"/>
                    <a:pt x="3136" y="21778"/>
                  </a:cubicBezTo>
                  <a:cubicBezTo>
                    <a:pt x="1702" y="22379"/>
                    <a:pt x="601" y="23613"/>
                    <a:pt x="201" y="25114"/>
                  </a:cubicBezTo>
                  <a:cubicBezTo>
                    <a:pt x="1" y="25914"/>
                    <a:pt x="1" y="26782"/>
                    <a:pt x="334" y="27782"/>
                  </a:cubicBezTo>
                  <a:cubicBezTo>
                    <a:pt x="1249" y="30416"/>
                    <a:pt x="3292" y="31091"/>
                    <a:pt x="4990" y="31091"/>
                  </a:cubicBezTo>
                  <a:cubicBezTo>
                    <a:pt x="5336" y="31091"/>
                    <a:pt x="5667" y="31063"/>
                    <a:pt x="5972" y="31018"/>
                  </a:cubicBezTo>
                  <a:cubicBezTo>
                    <a:pt x="5972" y="31018"/>
                    <a:pt x="9808" y="31018"/>
                    <a:pt x="12810" y="31552"/>
                  </a:cubicBezTo>
                  <a:cubicBezTo>
                    <a:pt x="13177" y="31619"/>
                    <a:pt x="13610" y="31619"/>
                    <a:pt x="14044" y="31619"/>
                  </a:cubicBezTo>
                  <a:cubicBezTo>
                    <a:pt x="13210" y="32252"/>
                    <a:pt x="12476" y="33086"/>
                    <a:pt x="12276" y="34220"/>
                  </a:cubicBezTo>
                  <a:cubicBezTo>
                    <a:pt x="11642" y="37223"/>
                    <a:pt x="14544" y="39424"/>
                    <a:pt x="14544" y="39424"/>
                  </a:cubicBezTo>
                  <a:cubicBezTo>
                    <a:pt x="14544" y="39424"/>
                    <a:pt x="14790" y="39943"/>
                    <a:pt x="16566" y="39943"/>
                  </a:cubicBezTo>
                  <a:cubicBezTo>
                    <a:pt x="16753" y="39943"/>
                    <a:pt x="16957" y="39937"/>
                    <a:pt x="17180" y="39924"/>
                  </a:cubicBezTo>
                  <a:cubicBezTo>
                    <a:pt x="18666" y="39840"/>
                    <a:pt x="19206" y="39552"/>
                    <a:pt x="19902" y="39552"/>
                  </a:cubicBezTo>
                  <a:cubicBezTo>
                    <a:pt x="20299" y="39552"/>
                    <a:pt x="20746" y="39646"/>
                    <a:pt x="21449" y="39924"/>
                  </a:cubicBezTo>
                  <a:cubicBezTo>
                    <a:pt x="23351" y="40725"/>
                    <a:pt x="36860" y="46262"/>
                    <a:pt x="41330" y="46462"/>
                  </a:cubicBezTo>
                  <a:cubicBezTo>
                    <a:pt x="41528" y="46474"/>
                    <a:pt x="41722" y="46480"/>
                    <a:pt x="41911" y="46480"/>
                  </a:cubicBezTo>
                  <a:cubicBezTo>
                    <a:pt x="46036" y="46480"/>
                    <a:pt x="48189" y="43700"/>
                    <a:pt x="47902" y="38023"/>
                  </a:cubicBezTo>
                  <a:cubicBezTo>
                    <a:pt x="47635" y="32052"/>
                    <a:pt x="37828" y="16875"/>
                    <a:pt x="36293" y="5333"/>
                  </a:cubicBezTo>
                  <a:lnTo>
                    <a:pt x="30122" y="3098"/>
                  </a:lnTo>
                  <a:cubicBezTo>
                    <a:pt x="29288" y="2865"/>
                    <a:pt x="29655" y="3031"/>
                    <a:pt x="28688" y="2731"/>
                  </a:cubicBezTo>
                  <a:cubicBezTo>
                    <a:pt x="28688" y="2731"/>
                    <a:pt x="23396" y="0"/>
                    <a:pt x="1776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51"/>
            <p:cNvSpPr/>
            <p:nvPr/>
          </p:nvSpPr>
          <p:spPr>
            <a:xfrm>
              <a:off x="7311625" y="3773975"/>
              <a:ext cx="32550" cy="9200"/>
            </a:xfrm>
            <a:custGeom>
              <a:rect b="b" l="l" r="r" t="t"/>
              <a:pathLst>
                <a:path extrusionOk="0" h="368" w="1302">
                  <a:moveTo>
                    <a:pt x="701" y="1"/>
                  </a:moveTo>
                  <a:cubicBezTo>
                    <a:pt x="501" y="1"/>
                    <a:pt x="301" y="1"/>
                    <a:pt x="34" y="34"/>
                  </a:cubicBezTo>
                  <a:lnTo>
                    <a:pt x="1" y="167"/>
                  </a:lnTo>
                  <a:cubicBezTo>
                    <a:pt x="468" y="267"/>
                    <a:pt x="868" y="334"/>
                    <a:pt x="1235" y="368"/>
                  </a:cubicBezTo>
                  <a:lnTo>
                    <a:pt x="1302" y="101"/>
                  </a:lnTo>
                  <a:cubicBezTo>
                    <a:pt x="1135" y="34"/>
                    <a:pt x="901" y="1"/>
                    <a:pt x="701" y="1"/>
                  </a:cubicBezTo>
                  <a:close/>
                </a:path>
              </a:pathLst>
            </a:custGeom>
            <a:solidFill>
              <a:srgbClr val="5B5B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51"/>
            <p:cNvSpPr/>
            <p:nvPr/>
          </p:nvSpPr>
          <p:spPr>
            <a:xfrm>
              <a:off x="6852975" y="1805075"/>
              <a:ext cx="1283425" cy="1468125"/>
            </a:xfrm>
            <a:custGeom>
              <a:rect b="b" l="l" r="r" t="t"/>
              <a:pathLst>
                <a:path extrusionOk="0" h="58725" w="51337">
                  <a:moveTo>
                    <a:pt x="50403" y="0"/>
                  </a:moveTo>
                  <a:cubicBezTo>
                    <a:pt x="50403" y="0"/>
                    <a:pt x="49936" y="100"/>
                    <a:pt x="49202" y="334"/>
                  </a:cubicBezTo>
                  <a:cubicBezTo>
                    <a:pt x="46433" y="1101"/>
                    <a:pt x="39995" y="2902"/>
                    <a:pt x="38494" y="3036"/>
                  </a:cubicBezTo>
                  <a:cubicBezTo>
                    <a:pt x="37327" y="3102"/>
                    <a:pt x="34425" y="4737"/>
                    <a:pt x="32423" y="5938"/>
                  </a:cubicBezTo>
                  <a:cubicBezTo>
                    <a:pt x="31189" y="6705"/>
                    <a:pt x="30255" y="7272"/>
                    <a:pt x="30255" y="7272"/>
                  </a:cubicBezTo>
                  <a:cubicBezTo>
                    <a:pt x="30255" y="7272"/>
                    <a:pt x="28933" y="8033"/>
                    <a:pt x="26903" y="8033"/>
                  </a:cubicBezTo>
                  <a:cubicBezTo>
                    <a:pt x="26178" y="8033"/>
                    <a:pt x="25362" y="7936"/>
                    <a:pt x="24484" y="7672"/>
                  </a:cubicBezTo>
                  <a:cubicBezTo>
                    <a:pt x="24484" y="7672"/>
                    <a:pt x="23750" y="7873"/>
                    <a:pt x="22683" y="8173"/>
                  </a:cubicBezTo>
                  <a:cubicBezTo>
                    <a:pt x="20181" y="8907"/>
                    <a:pt x="15845" y="10274"/>
                    <a:pt x="14644" y="11442"/>
                  </a:cubicBezTo>
                  <a:cubicBezTo>
                    <a:pt x="12909" y="13110"/>
                    <a:pt x="12709" y="13043"/>
                    <a:pt x="11408" y="13677"/>
                  </a:cubicBezTo>
                  <a:cubicBezTo>
                    <a:pt x="10141" y="14277"/>
                    <a:pt x="6638" y="18247"/>
                    <a:pt x="3669" y="20448"/>
                  </a:cubicBezTo>
                  <a:cubicBezTo>
                    <a:pt x="2469" y="21382"/>
                    <a:pt x="1635" y="22016"/>
                    <a:pt x="1034" y="22483"/>
                  </a:cubicBezTo>
                  <a:cubicBezTo>
                    <a:pt x="234" y="23083"/>
                    <a:pt x="0" y="23350"/>
                    <a:pt x="0" y="23350"/>
                  </a:cubicBezTo>
                  <a:lnTo>
                    <a:pt x="3870" y="29221"/>
                  </a:lnTo>
                  <a:lnTo>
                    <a:pt x="5838" y="32190"/>
                  </a:lnTo>
                  <a:cubicBezTo>
                    <a:pt x="5838" y="32190"/>
                    <a:pt x="6371" y="31923"/>
                    <a:pt x="7205" y="31523"/>
                  </a:cubicBezTo>
                  <a:cubicBezTo>
                    <a:pt x="9574" y="30355"/>
                    <a:pt x="14177" y="27920"/>
                    <a:pt x="14877" y="26753"/>
                  </a:cubicBezTo>
                  <a:cubicBezTo>
                    <a:pt x="14877" y="26753"/>
                    <a:pt x="14978" y="27120"/>
                    <a:pt x="15044" y="27720"/>
                  </a:cubicBezTo>
                  <a:cubicBezTo>
                    <a:pt x="15311" y="29221"/>
                    <a:pt x="15711" y="32123"/>
                    <a:pt x="15645" y="33991"/>
                  </a:cubicBezTo>
                  <a:cubicBezTo>
                    <a:pt x="15578" y="34358"/>
                    <a:pt x="15578" y="34692"/>
                    <a:pt x="15511" y="34992"/>
                  </a:cubicBezTo>
                  <a:cubicBezTo>
                    <a:pt x="15011" y="37027"/>
                    <a:pt x="14344" y="41997"/>
                    <a:pt x="13176" y="43498"/>
                  </a:cubicBezTo>
                  <a:cubicBezTo>
                    <a:pt x="12009" y="44999"/>
                    <a:pt x="10608" y="52605"/>
                    <a:pt x="10608" y="52605"/>
                  </a:cubicBezTo>
                  <a:cubicBezTo>
                    <a:pt x="10608" y="52605"/>
                    <a:pt x="13666" y="48876"/>
                    <a:pt x="19349" y="48876"/>
                  </a:cubicBezTo>
                  <a:cubicBezTo>
                    <a:pt x="20003" y="48876"/>
                    <a:pt x="20692" y="48925"/>
                    <a:pt x="21415" y="49035"/>
                  </a:cubicBezTo>
                  <a:cubicBezTo>
                    <a:pt x="26119" y="49702"/>
                    <a:pt x="35392" y="52071"/>
                    <a:pt x="39362" y="53472"/>
                  </a:cubicBezTo>
                  <a:cubicBezTo>
                    <a:pt x="39695" y="53605"/>
                    <a:pt x="39962" y="53739"/>
                    <a:pt x="40229" y="53805"/>
                  </a:cubicBezTo>
                  <a:cubicBezTo>
                    <a:pt x="41897" y="54473"/>
                    <a:pt x="43264" y="57608"/>
                    <a:pt x="40629" y="58709"/>
                  </a:cubicBezTo>
                  <a:cubicBezTo>
                    <a:pt x="40629" y="58709"/>
                    <a:pt x="40728" y="58725"/>
                    <a:pt x="40885" y="58725"/>
                  </a:cubicBezTo>
                  <a:cubicBezTo>
                    <a:pt x="41558" y="58725"/>
                    <a:pt x="43308" y="58440"/>
                    <a:pt x="43064" y="55440"/>
                  </a:cubicBezTo>
                  <a:cubicBezTo>
                    <a:pt x="42764" y="51771"/>
                    <a:pt x="42130" y="49436"/>
                    <a:pt x="42230" y="47234"/>
                  </a:cubicBezTo>
                  <a:cubicBezTo>
                    <a:pt x="42297" y="45066"/>
                    <a:pt x="42631" y="39962"/>
                    <a:pt x="42631" y="38261"/>
                  </a:cubicBezTo>
                  <a:cubicBezTo>
                    <a:pt x="42631" y="37627"/>
                    <a:pt x="42564" y="35459"/>
                    <a:pt x="42531" y="32790"/>
                  </a:cubicBezTo>
                  <a:lnTo>
                    <a:pt x="42531" y="32457"/>
                  </a:lnTo>
                  <a:cubicBezTo>
                    <a:pt x="42464" y="30355"/>
                    <a:pt x="42464" y="27954"/>
                    <a:pt x="42531" y="25752"/>
                  </a:cubicBezTo>
                  <a:cubicBezTo>
                    <a:pt x="42597" y="23017"/>
                    <a:pt x="42731" y="20648"/>
                    <a:pt x="43064" y="19447"/>
                  </a:cubicBezTo>
                  <a:cubicBezTo>
                    <a:pt x="43898" y="16545"/>
                    <a:pt x="47267" y="13677"/>
                    <a:pt x="49969" y="12309"/>
                  </a:cubicBezTo>
                  <a:cubicBezTo>
                    <a:pt x="50403" y="12076"/>
                    <a:pt x="50770" y="11909"/>
                    <a:pt x="51170" y="11809"/>
                  </a:cubicBezTo>
                  <a:cubicBezTo>
                    <a:pt x="51170" y="11809"/>
                    <a:pt x="51237" y="10374"/>
                    <a:pt x="51270" y="8373"/>
                  </a:cubicBezTo>
                  <a:cubicBezTo>
                    <a:pt x="51337" y="5838"/>
                    <a:pt x="51203" y="2369"/>
                    <a:pt x="5040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51"/>
            <p:cNvSpPr/>
            <p:nvPr/>
          </p:nvSpPr>
          <p:spPr>
            <a:xfrm>
              <a:off x="7423375" y="1954350"/>
              <a:ext cx="252700" cy="121150"/>
            </a:xfrm>
            <a:custGeom>
              <a:rect b="b" l="l" r="r" t="t"/>
              <a:pathLst>
                <a:path extrusionOk="0" h="4846" w="10108">
                  <a:moveTo>
                    <a:pt x="9741" y="0"/>
                  </a:moveTo>
                  <a:lnTo>
                    <a:pt x="9741" y="0"/>
                  </a:lnTo>
                  <a:cubicBezTo>
                    <a:pt x="8473" y="734"/>
                    <a:pt x="7573" y="1334"/>
                    <a:pt x="7573" y="1334"/>
                  </a:cubicBezTo>
                  <a:cubicBezTo>
                    <a:pt x="7573" y="1334"/>
                    <a:pt x="6249" y="2068"/>
                    <a:pt x="4231" y="2068"/>
                  </a:cubicBezTo>
                  <a:cubicBezTo>
                    <a:pt x="3493" y="2068"/>
                    <a:pt x="2662" y="1969"/>
                    <a:pt x="1768" y="1701"/>
                  </a:cubicBezTo>
                  <a:cubicBezTo>
                    <a:pt x="1768" y="1701"/>
                    <a:pt x="1068" y="1902"/>
                    <a:pt x="0" y="2202"/>
                  </a:cubicBezTo>
                  <a:cubicBezTo>
                    <a:pt x="258" y="2748"/>
                    <a:pt x="1445" y="4846"/>
                    <a:pt x="4191" y="4846"/>
                  </a:cubicBezTo>
                  <a:cubicBezTo>
                    <a:pt x="4293" y="4846"/>
                    <a:pt x="4397" y="4843"/>
                    <a:pt x="4504" y="4837"/>
                  </a:cubicBezTo>
                  <a:cubicBezTo>
                    <a:pt x="7839" y="4670"/>
                    <a:pt x="10108" y="3002"/>
                    <a:pt x="9741" y="0"/>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51"/>
            <p:cNvSpPr/>
            <p:nvPr/>
          </p:nvSpPr>
          <p:spPr>
            <a:xfrm>
              <a:off x="7279100" y="1583225"/>
              <a:ext cx="79250" cy="110125"/>
            </a:xfrm>
            <a:custGeom>
              <a:rect b="b" l="l" r="r" t="t"/>
              <a:pathLst>
                <a:path extrusionOk="0" h="4405" w="3170">
                  <a:moveTo>
                    <a:pt x="1962" y="1"/>
                  </a:moveTo>
                  <a:cubicBezTo>
                    <a:pt x="1389" y="1"/>
                    <a:pt x="345" y="226"/>
                    <a:pt x="201" y="1836"/>
                  </a:cubicBezTo>
                  <a:cubicBezTo>
                    <a:pt x="1" y="3704"/>
                    <a:pt x="2436" y="4404"/>
                    <a:pt x="2436" y="4404"/>
                  </a:cubicBezTo>
                  <a:cubicBezTo>
                    <a:pt x="2436" y="4404"/>
                    <a:pt x="3170" y="1235"/>
                    <a:pt x="2336" y="35"/>
                  </a:cubicBezTo>
                  <a:cubicBezTo>
                    <a:pt x="2336" y="35"/>
                    <a:pt x="2184" y="1"/>
                    <a:pt x="1962" y="1"/>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51"/>
            <p:cNvSpPr/>
            <p:nvPr/>
          </p:nvSpPr>
          <p:spPr>
            <a:xfrm>
              <a:off x="7302450" y="1663425"/>
              <a:ext cx="79250" cy="109975"/>
            </a:xfrm>
            <a:custGeom>
              <a:rect b="b" l="l" r="r" t="t"/>
              <a:pathLst>
                <a:path extrusionOk="0" h="4399" w="3170">
                  <a:moveTo>
                    <a:pt x="1993" y="0"/>
                  </a:moveTo>
                  <a:cubicBezTo>
                    <a:pt x="1427" y="0"/>
                    <a:pt x="348" y="216"/>
                    <a:pt x="201" y="1830"/>
                  </a:cubicBezTo>
                  <a:cubicBezTo>
                    <a:pt x="1" y="3698"/>
                    <a:pt x="2402" y="4399"/>
                    <a:pt x="2402" y="4399"/>
                  </a:cubicBezTo>
                  <a:cubicBezTo>
                    <a:pt x="2402" y="4399"/>
                    <a:pt x="3170" y="1196"/>
                    <a:pt x="2336" y="29"/>
                  </a:cubicBezTo>
                  <a:cubicBezTo>
                    <a:pt x="2336" y="29"/>
                    <a:pt x="2198" y="0"/>
                    <a:pt x="1993" y="0"/>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51"/>
            <p:cNvSpPr/>
            <p:nvPr/>
          </p:nvSpPr>
          <p:spPr>
            <a:xfrm>
              <a:off x="7253250" y="1371275"/>
              <a:ext cx="558750" cy="529450"/>
            </a:xfrm>
            <a:custGeom>
              <a:rect b="b" l="l" r="r" t="t"/>
              <a:pathLst>
                <a:path extrusionOk="0" h="21178" w="22350">
                  <a:moveTo>
                    <a:pt x="8976" y="0"/>
                  </a:moveTo>
                  <a:cubicBezTo>
                    <a:pt x="8899" y="0"/>
                    <a:pt x="8820" y="2"/>
                    <a:pt x="8740" y="6"/>
                  </a:cubicBezTo>
                  <a:cubicBezTo>
                    <a:pt x="6138" y="140"/>
                    <a:pt x="6005" y="2475"/>
                    <a:pt x="6005" y="2475"/>
                  </a:cubicBezTo>
                  <a:cubicBezTo>
                    <a:pt x="6005" y="2475"/>
                    <a:pt x="5227" y="2211"/>
                    <a:pt x="4273" y="2211"/>
                  </a:cubicBezTo>
                  <a:cubicBezTo>
                    <a:pt x="3079" y="2211"/>
                    <a:pt x="1609" y="2623"/>
                    <a:pt x="1035" y="4476"/>
                  </a:cubicBezTo>
                  <a:cubicBezTo>
                    <a:pt x="1" y="7812"/>
                    <a:pt x="3036" y="8946"/>
                    <a:pt x="3036" y="8946"/>
                  </a:cubicBezTo>
                  <a:cubicBezTo>
                    <a:pt x="3320" y="8877"/>
                    <a:pt x="3603" y="8844"/>
                    <a:pt x="3884" y="8844"/>
                  </a:cubicBezTo>
                  <a:cubicBezTo>
                    <a:pt x="8892" y="8844"/>
                    <a:pt x="13377" y="19220"/>
                    <a:pt x="13377" y="19220"/>
                  </a:cubicBezTo>
                  <a:cubicBezTo>
                    <a:pt x="13377" y="19220"/>
                    <a:pt x="13145" y="21177"/>
                    <a:pt x="15057" y="21177"/>
                  </a:cubicBezTo>
                  <a:cubicBezTo>
                    <a:pt x="15321" y="21177"/>
                    <a:pt x="15626" y="21140"/>
                    <a:pt x="15979" y="21055"/>
                  </a:cubicBezTo>
                  <a:cubicBezTo>
                    <a:pt x="18847" y="20354"/>
                    <a:pt x="18414" y="17386"/>
                    <a:pt x="18414" y="17386"/>
                  </a:cubicBezTo>
                  <a:lnTo>
                    <a:pt x="18414" y="17386"/>
                  </a:lnTo>
                  <a:cubicBezTo>
                    <a:pt x="18414" y="17386"/>
                    <a:pt x="18416" y="17386"/>
                    <a:pt x="18419" y="17386"/>
                  </a:cubicBezTo>
                  <a:cubicBezTo>
                    <a:pt x="18544" y="17386"/>
                    <a:pt x="20706" y="17354"/>
                    <a:pt x="21516" y="15184"/>
                  </a:cubicBezTo>
                  <a:cubicBezTo>
                    <a:pt x="22350" y="12882"/>
                    <a:pt x="20815" y="11214"/>
                    <a:pt x="20815" y="11214"/>
                  </a:cubicBezTo>
                  <a:cubicBezTo>
                    <a:pt x="22083" y="10347"/>
                    <a:pt x="21850" y="8012"/>
                    <a:pt x="20815" y="6411"/>
                  </a:cubicBezTo>
                  <a:cubicBezTo>
                    <a:pt x="20044" y="5203"/>
                    <a:pt x="19036" y="5064"/>
                    <a:pt x="18613" y="5064"/>
                  </a:cubicBezTo>
                  <a:cubicBezTo>
                    <a:pt x="18488" y="5064"/>
                    <a:pt x="18414" y="5077"/>
                    <a:pt x="18414" y="5077"/>
                  </a:cubicBezTo>
                  <a:cubicBezTo>
                    <a:pt x="19081" y="3876"/>
                    <a:pt x="18347" y="1274"/>
                    <a:pt x="16212" y="740"/>
                  </a:cubicBezTo>
                  <a:cubicBezTo>
                    <a:pt x="15928" y="670"/>
                    <a:pt x="15651" y="640"/>
                    <a:pt x="15384" y="640"/>
                  </a:cubicBezTo>
                  <a:cubicBezTo>
                    <a:pt x="13619" y="640"/>
                    <a:pt x="12309" y="1975"/>
                    <a:pt x="12309" y="1975"/>
                  </a:cubicBezTo>
                  <a:cubicBezTo>
                    <a:pt x="12309" y="1975"/>
                    <a:pt x="11401" y="0"/>
                    <a:pt x="89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51"/>
            <p:cNvSpPr/>
            <p:nvPr/>
          </p:nvSpPr>
          <p:spPr>
            <a:xfrm>
              <a:off x="7319975" y="1535000"/>
              <a:ext cx="347775" cy="514150"/>
            </a:xfrm>
            <a:custGeom>
              <a:rect b="b" l="l" r="r" t="t"/>
              <a:pathLst>
                <a:path extrusionOk="0" h="20566" w="13911">
                  <a:moveTo>
                    <a:pt x="5442" y="0"/>
                  </a:moveTo>
                  <a:cubicBezTo>
                    <a:pt x="2678" y="0"/>
                    <a:pt x="534" y="1130"/>
                    <a:pt x="534" y="1130"/>
                  </a:cubicBezTo>
                  <a:lnTo>
                    <a:pt x="34" y="4732"/>
                  </a:lnTo>
                  <a:cubicBezTo>
                    <a:pt x="0" y="4966"/>
                    <a:pt x="0" y="5166"/>
                    <a:pt x="0" y="5366"/>
                  </a:cubicBezTo>
                  <a:cubicBezTo>
                    <a:pt x="0" y="6033"/>
                    <a:pt x="67" y="6767"/>
                    <a:pt x="267" y="7367"/>
                  </a:cubicBezTo>
                  <a:lnTo>
                    <a:pt x="534" y="8135"/>
                  </a:lnTo>
                  <a:cubicBezTo>
                    <a:pt x="367" y="8702"/>
                    <a:pt x="334" y="9335"/>
                    <a:pt x="367" y="9969"/>
                  </a:cubicBezTo>
                  <a:cubicBezTo>
                    <a:pt x="400" y="10503"/>
                    <a:pt x="534" y="11003"/>
                    <a:pt x="734" y="11504"/>
                  </a:cubicBezTo>
                  <a:lnTo>
                    <a:pt x="2035" y="14839"/>
                  </a:lnTo>
                  <a:cubicBezTo>
                    <a:pt x="2525" y="16080"/>
                    <a:pt x="3686" y="16842"/>
                    <a:pt x="4987" y="16842"/>
                  </a:cubicBezTo>
                  <a:cubicBezTo>
                    <a:pt x="5015" y="16842"/>
                    <a:pt x="5043" y="16842"/>
                    <a:pt x="5070" y="16841"/>
                  </a:cubicBezTo>
                  <a:cubicBezTo>
                    <a:pt x="5204" y="16841"/>
                    <a:pt x="5304" y="16841"/>
                    <a:pt x="5404" y="16808"/>
                  </a:cubicBezTo>
                  <a:lnTo>
                    <a:pt x="5404" y="16808"/>
                  </a:lnTo>
                  <a:lnTo>
                    <a:pt x="5137" y="19109"/>
                  </a:lnTo>
                  <a:cubicBezTo>
                    <a:pt x="5485" y="19662"/>
                    <a:pt x="6687" y="20566"/>
                    <a:pt x="8411" y="20566"/>
                  </a:cubicBezTo>
                  <a:cubicBezTo>
                    <a:pt x="9497" y="20566"/>
                    <a:pt x="10791" y="20207"/>
                    <a:pt x="12209" y="19176"/>
                  </a:cubicBezTo>
                  <a:cubicBezTo>
                    <a:pt x="12643" y="18876"/>
                    <a:pt x="12843" y="18342"/>
                    <a:pt x="12743" y="17808"/>
                  </a:cubicBezTo>
                  <a:lnTo>
                    <a:pt x="12342" y="15707"/>
                  </a:lnTo>
                  <a:cubicBezTo>
                    <a:pt x="13910" y="13172"/>
                    <a:pt x="13877" y="9736"/>
                    <a:pt x="13743" y="8035"/>
                  </a:cubicBezTo>
                  <a:lnTo>
                    <a:pt x="13743" y="7901"/>
                  </a:lnTo>
                  <a:cubicBezTo>
                    <a:pt x="13743" y="7901"/>
                    <a:pt x="13743" y="7534"/>
                    <a:pt x="13643" y="7000"/>
                  </a:cubicBezTo>
                  <a:lnTo>
                    <a:pt x="13643" y="6967"/>
                  </a:lnTo>
                  <a:cubicBezTo>
                    <a:pt x="13343" y="5366"/>
                    <a:pt x="12342" y="2197"/>
                    <a:pt x="9207" y="796"/>
                  </a:cubicBezTo>
                  <a:cubicBezTo>
                    <a:pt x="7918" y="207"/>
                    <a:pt x="6623" y="0"/>
                    <a:pt x="54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51"/>
            <p:cNvSpPr/>
            <p:nvPr/>
          </p:nvSpPr>
          <p:spPr>
            <a:xfrm>
              <a:off x="7596825" y="1677175"/>
              <a:ext cx="133525" cy="127225"/>
            </a:xfrm>
            <a:custGeom>
              <a:rect b="b" l="l" r="r" t="t"/>
              <a:pathLst>
                <a:path extrusionOk="0" h="5089" w="5341">
                  <a:moveTo>
                    <a:pt x="3066" y="1"/>
                  </a:moveTo>
                  <a:cubicBezTo>
                    <a:pt x="1941" y="1"/>
                    <a:pt x="1235" y="1347"/>
                    <a:pt x="1235" y="1347"/>
                  </a:cubicBezTo>
                  <a:cubicBezTo>
                    <a:pt x="1235" y="1347"/>
                    <a:pt x="1" y="4082"/>
                    <a:pt x="2302" y="4983"/>
                  </a:cubicBezTo>
                  <a:cubicBezTo>
                    <a:pt x="2495" y="5055"/>
                    <a:pt x="2678" y="5089"/>
                    <a:pt x="2850" y="5089"/>
                  </a:cubicBezTo>
                  <a:cubicBezTo>
                    <a:pt x="4732" y="5089"/>
                    <a:pt x="5340" y="1071"/>
                    <a:pt x="3904" y="246"/>
                  </a:cubicBezTo>
                  <a:cubicBezTo>
                    <a:pt x="3605" y="72"/>
                    <a:pt x="3324" y="1"/>
                    <a:pt x="306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51"/>
            <p:cNvSpPr/>
            <p:nvPr/>
          </p:nvSpPr>
          <p:spPr>
            <a:xfrm>
              <a:off x="7307450" y="1479350"/>
              <a:ext cx="318600" cy="134100"/>
            </a:xfrm>
            <a:custGeom>
              <a:rect b="b" l="l" r="r" t="t"/>
              <a:pathLst>
                <a:path extrusionOk="0" h="5364" w="12744">
                  <a:moveTo>
                    <a:pt x="5009" y="0"/>
                  </a:moveTo>
                  <a:cubicBezTo>
                    <a:pt x="4650" y="0"/>
                    <a:pt x="4332" y="78"/>
                    <a:pt x="4070" y="253"/>
                  </a:cubicBezTo>
                  <a:cubicBezTo>
                    <a:pt x="1869" y="1754"/>
                    <a:pt x="1" y="2555"/>
                    <a:pt x="868" y="4623"/>
                  </a:cubicBezTo>
                  <a:cubicBezTo>
                    <a:pt x="868" y="4623"/>
                    <a:pt x="1222" y="4715"/>
                    <a:pt x="1737" y="4715"/>
                  </a:cubicBezTo>
                  <a:cubicBezTo>
                    <a:pt x="2295" y="4715"/>
                    <a:pt x="3043" y="4607"/>
                    <a:pt x="3737" y="4156"/>
                  </a:cubicBezTo>
                  <a:cubicBezTo>
                    <a:pt x="5037" y="3223"/>
                    <a:pt x="4738" y="2422"/>
                    <a:pt x="4738" y="2422"/>
                  </a:cubicBezTo>
                  <a:lnTo>
                    <a:pt x="4738" y="2422"/>
                  </a:lnTo>
                  <a:cubicBezTo>
                    <a:pt x="4738" y="2422"/>
                    <a:pt x="5265" y="3661"/>
                    <a:pt x="6856" y="3661"/>
                  </a:cubicBezTo>
                  <a:cubicBezTo>
                    <a:pt x="6915" y="3661"/>
                    <a:pt x="6977" y="3659"/>
                    <a:pt x="7039" y="3656"/>
                  </a:cubicBezTo>
                  <a:cubicBezTo>
                    <a:pt x="8840" y="3522"/>
                    <a:pt x="9041" y="3022"/>
                    <a:pt x="9041" y="3022"/>
                  </a:cubicBezTo>
                  <a:lnTo>
                    <a:pt x="9041" y="3022"/>
                  </a:lnTo>
                  <a:cubicBezTo>
                    <a:pt x="9041" y="3022"/>
                    <a:pt x="8974" y="5023"/>
                    <a:pt x="10408" y="5324"/>
                  </a:cubicBezTo>
                  <a:cubicBezTo>
                    <a:pt x="10559" y="5351"/>
                    <a:pt x="10703" y="5363"/>
                    <a:pt x="10841" y="5363"/>
                  </a:cubicBezTo>
                  <a:cubicBezTo>
                    <a:pt x="12045" y="5363"/>
                    <a:pt x="12743" y="4423"/>
                    <a:pt x="12743" y="4423"/>
                  </a:cubicBezTo>
                  <a:cubicBezTo>
                    <a:pt x="12743" y="4423"/>
                    <a:pt x="7722" y="0"/>
                    <a:pt x="5009" y="0"/>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51"/>
            <p:cNvSpPr/>
            <p:nvPr/>
          </p:nvSpPr>
          <p:spPr>
            <a:xfrm>
              <a:off x="7586000" y="1594500"/>
              <a:ext cx="72575" cy="135550"/>
            </a:xfrm>
            <a:custGeom>
              <a:rect b="b" l="l" r="r" t="t"/>
              <a:pathLst>
                <a:path extrusionOk="0" h="5422" w="2903">
                  <a:moveTo>
                    <a:pt x="1435" y="1"/>
                  </a:moveTo>
                  <a:cubicBezTo>
                    <a:pt x="1268" y="1"/>
                    <a:pt x="1080" y="27"/>
                    <a:pt x="867" y="84"/>
                  </a:cubicBezTo>
                  <a:cubicBezTo>
                    <a:pt x="867" y="84"/>
                    <a:pt x="0" y="1785"/>
                    <a:pt x="1501" y="2752"/>
                  </a:cubicBezTo>
                  <a:cubicBezTo>
                    <a:pt x="1501" y="2752"/>
                    <a:pt x="1434" y="4220"/>
                    <a:pt x="934" y="5421"/>
                  </a:cubicBezTo>
                  <a:lnTo>
                    <a:pt x="2068" y="5421"/>
                  </a:lnTo>
                  <a:cubicBezTo>
                    <a:pt x="2068" y="5421"/>
                    <a:pt x="2902" y="3953"/>
                    <a:pt x="2835" y="2719"/>
                  </a:cubicBezTo>
                  <a:cubicBezTo>
                    <a:pt x="2747" y="1596"/>
                    <a:pt x="2737" y="1"/>
                    <a:pt x="1435" y="1"/>
                  </a:cubicBezTo>
                  <a:close/>
                </a:path>
              </a:pathLst>
            </a:custGeom>
            <a:solidFill>
              <a:srgbClr val="2C2A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51"/>
            <p:cNvSpPr/>
            <p:nvPr/>
          </p:nvSpPr>
          <p:spPr>
            <a:xfrm>
              <a:off x="8070500" y="1383225"/>
              <a:ext cx="360275" cy="612825"/>
            </a:xfrm>
            <a:custGeom>
              <a:rect b="b" l="l" r="r" t="t"/>
              <a:pathLst>
                <a:path extrusionOk="0" h="24513" w="14411">
                  <a:moveTo>
                    <a:pt x="7681" y="1"/>
                  </a:moveTo>
                  <a:cubicBezTo>
                    <a:pt x="7260" y="1"/>
                    <a:pt x="6831" y="170"/>
                    <a:pt x="6739" y="563"/>
                  </a:cubicBezTo>
                  <a:cubicBezTo>
                    <a:pt x="6739" y="563"/>
                    <a:pt x="5505" y="863"/>
                    <a:pt x="5404" y="1563"/>
                  </a:cubicBezTo>
                  <a:cubicBezTo>
                    <a:pt x="5404" y="1563"/>
                    <a:pt x="5325" y="1551"/>
                    <a:pt x="5203" y="1551"/>
                  </a:cubicBezTo>
                  <a:cubicBezTo>
                    <a:pt x="4793" y="1551"/>
                    <a:pt x="3896" y="1690"/>
                    <a:pt x="3870" y="2898"/>
                  </a:cubicBezTo>
                  <a:cubicBezTo>
                    <a:pt x="3870" y="2898"/>
                    <a:pt x="2369" y="2998"/>
                    <a:pt x="2369" y="4399"/>
                  </a:cubicBezTo>
                  <a:cubicBezTo>
                    <a:pt x="2336" y="5700"/>
                    <a:pt x="4037" y="7034"/>
                    <a:pt x="4904" y="7234"/>
                  </a:cubicBezTo>
                  <a:cubicBezTo>
                    <a:pt x="4837" y="7768"/>
                    <a:pt x="4837" y="8335"/>
                    <a:pt x="5171" y="8435"/>
                  </a:cubicBezTo>
                  <a:cubicBezTo>
                    <a:pt x="5717" y="8680"/>
                    <a:pt x="6620" y="8703"/>
                    <a:pt x="7022" y="8703"/>
                  </a:cubicBezTo>
                  <a:cubicBezTo>
                    <a:pt x="7111" y="8703"/>
                    <a:pt x="7175" y="8702"/>
                    <a:pt x="7206" y="8702"/>
                  </a:cubicBezTo>
                  <a:cubicBezTo>
                    <a:pt x="7206" y="8702"/>
                    <a:pt x="7239" y="8702"/>
                    <a:pt x="7239" y="8735"/>
                  </a:cubicBezTo>
                  <a:cubicBezTo>
                    <a:pt x="7306" y="8768"/>
                    <a:pt x="7373" y="8935"/>
                    <a:pt x="7406" y="9269"/>
                  </a:cubicBezTo>
                  <a:cubicBezTo>
                    <a:pt x="7473" y="9702"/>
                    <a:pt x="7406" y="10403"/>
                    <a:pt x="6972" y="11404"/>
                  </a:cubicBezTo>
                  <a:cubicBezTo>
                    <a:pt x="6072" y="13305"/>
                    <a:pt x="5571" y="15040"/>
                    <a:pt x="5571" y="15040"/>
                  </a:cubicBezTo>
                  <a:cubicBezTo>
                    <a:pt x="5238" y="15140"/>
                    <a:pt x="4904" y="15273"/>
                    <a:pt x="4571" y="15440"/>
                  </a:cubicBezTo>
                  <a:cubicBezTo>
                    <a:pt x="4003" y="15707"/>
                    <a:pt x="3403" y="15974"/>
                    <a:pt x="2969" y="16240"/>
                  </a:cubicBezTo>
                  <a:cubicBezTo>
                    <a:pt x="2336" y="16574"/>
                    <a:pt x="1869" y="16807"/>
                    <a:pt x="1869" y="16807"/>
                  </a:cubicBezTo>
                  <a:cubicBezTo>
                    <a:pt x="1" y="19743"/>
                    <a:pt x="2069" y="24513"/>
                    <a:pt x="2069" y="24513"/>
                  </a:cubicBezTo>
                  <a:lnTo>
                    <a:pt x="7306" y="21611"/>
                  </a:lnTo>
                  <a:lnTo>
                    <a:pt x="12476" y="18742"/>
                  </a:lnTo>
                  <a:cubicBezTo>
                    <a:pt x="14411" y="14406"/>
                    <a:pt x="12409" y="8368"/>
                    <a:pt x="11742" y="6567"/>
                  </a:cubicBezTo>
                  <a:lnTo>
                    <a:pt x="11809" y="6567"/>
                  </a:lnTo>
                  <a:cubicBezTo>
                    <a:pt x="11375" y="6233"/>
                    <a:pt x="11542" y="6033"/>
                    <a:pt x="11542" y="6033"/>
                  </a:cubicBezTo>
                  <a:cubicBezTo>
                    <a:pt x="11542" y="6033"/>
                    <a:pt x="11876" y="4932"/>
                    <a:pt x="11742" y="4332"/>
                  </a:cubicBezTo>
                  <a:cubicBezTo>
                    <a:pt x="11642" y="3698"/>
                    <a:pt x="8707" y="329"/>
                    <a:pt x="8206" y="96"/>
                  </a:cubicBezTo>
                  <a:cubicBezTo>
                    <a:pt x="8053" y="34"/>
                    <a:pt x="7868" y="1"/>
                    <a:pt x="768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51"/>
            <p:cNvSpPr/>
            <p:nvPr/>
          </p:nvSpPr>
          <p:spPr>
            <a:xfrm>
              <a:off x="6940525" y="3964950"/>
              <a:ext cx="875" cy="850"/>
            </a:xfrm>
            <a:custGeom>
              <a:rect b="b" l="l" r="r" t="t"/>
              <a:pathLst>
                <a:path extrusionOk="0" h="34" w="35">
                  <a:moveTo>
                    <a:pt x="1" y="34"/>
                  </a:moveTo>
                  <a:cubicBezTo>
                    <a:pt x="34" y="0"/>
                    <a:pt x="34" y="0"/>
                    <a:pt x="1" y="34"/>
                  </a:cubicBezTo>
                  <a:lnTo>
                    <a:pt x="1" y="34"/>
                  </a:lnTo>
                  <a:cubicBezTo>
                    <a:pt x="34" y="0"/>
                    <a:pt x="34" y="0"/>
                    <a:pt x="1" y="34"/>
                  </a:cubicBezTo>
                  <a:close/>
                </a:path>
              </a:pathLst>
            </a:custGeom>
            <a:solidFill>
              <a:srgbClr val="A5C7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51"/>
            <p:cNvSpPr/>
            <p:nvPr/>
          </p:nvSpPr>
          <p:spPr>
            <a:xfrm>
              <a:off x="7094800" y="1949425"/>
              <a:ext cx="311925" cy="753800"/>
            </a:xfrm>
            <a:custGeom>
              <a:rect b="b" l="l" r="r" t="t"/>
              <a:pathLst>
                <a:path extrusionOk="0" h="30152" w="12477">
                  <a:moveTo>
                    <a:pt x="8591" y="1"/>
                  </a:moveTo>
                  <a:cubicBezTo>
                    <a:pt x="7725" y="1"/>
                    <a:pt x="6829" y="484"/>
                    <a:pt x="6038" y="1865"/>
                  </a:cubicBezTo>
                  <a:cubicBezTo>
                    <a:pt x="3904" y="5568"/>
                    <a:pt x="1" y="23981"/>
                    <a:pt x="5705" y="30152"/>
                  </a:cubicBezTo>
                  <a:cubicBezTo>
                    <a:pt x="5705" y="30152"/>
                    <a:pt x="6872" y="27817"/>
                    <a:pt x="6339" y="25048"/>
                  </a:cubicBezTo>
                  <a:cubicBezTo>
                    <a:pt x="6339" y="25048"/>
                    <a:pt x="6038" y="14474"/>
                    <a:pt x="7539" y="5568"/>
                  </a:cubicBezTo>
                  <a:cubicBezTo>
                    <a:pt x="7539" y="5568"/>
                    <a:pt x="8173" y="2699"/>
                    <a:pt x="9007" y="2532"/>
                  </a:cubicBezTo>
                  <a:cubicBezTo>
                    <a:pt x="9097" y="2507"/>
                    <a:pt x="9185" y="2496"/>
                    <a:pt x="9270" y="2496"/>
                  </a:cubicBezTo>
                  <a:cubicBezTo>
                    <a:pt x="9977" y="2496"/>
                    <a:pt x="10508" y="3266"/>
                    <a:pt x="10508" y="3266"/>
                  </a:cubicBezTo>
                  <a:lnTo>
                    <a:pt x="12476" y="2632"/>
                  </a:lnTo>
                  <a:cubicBezTo>
                    <a:pt x="12476" y="2632"/>
                    <a:pt x="10613" y="1"/>
                    <a:pt x="85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51"/>
            <p:cNvSpPr/>
            <p:nvPr/>
          </p:nvSpPr>
          <p:spPr>
            <a:xfrm>
              <a:off x="7683550" y="1825875"/>
              <a:ext cx="284400" cy="745600"/>
            </a:xfrm>
            <a:custGeom>
              <a:rect b="b" l="l" r="r" t="t"/>
              <a:pathLst>
                <a:path extrusionOk="0" h="29824" w="11376">
                  <a:moveTo>
                    <a:pt x="169" y="4629"/>
                  </a:moveTo>
                  <a:lnTo>
                    <a:pt x="1" y="4706"/>
                  </a:lnTo>
                  <a:lnTo>
                    <a:pt x="168" y="4639"/>
                  </a:lnTo>
                  <a:cubicBezTo>
                    <a:pt x="168" y="4639"/>
                    <a:pt x="168" y="4635"/>
                    <a:pt x="169" y="4629"/>
                  </a:cubicBezTo>
                  <a:close/>
                  <a:moveTo>
                    <a:pt x="4132" y="1"/>
                  </a:moveTo>
                  <a:cubicBezTo>
                    <a:pt x="4100" y="1"/>
                    <a:pt x="4069" y="1"/>
                    <a:pt x="4037" y="2"/>
                  </a:cubicBezTo>
                  <a:cubicBezTo>
                    <a:pt x="859" y="132"/>
                    <a:pt x="203" y="4393"/>
                    <a:pt x="169" y="4629"/>
                  </a:cubicBezTo>
                  <a:lnTo>
                    <a:pt x="169" y="4629"/>
                  </a:lnTo>
                  <a:lnTo>
                    <a:pt x="1168" y="4172"/>
                  </a:lnTo>
                  <a:cubicBezTo>
                    <a:pt x="1935" y="3136"/>
                    <a:pt x="2680" y="2134"/>
                    <a:pt x="3447" y="2134"/>
                  </a:cubicBezTo>
                  <a:cubicBezTo>
                    <a:pt x="4015" y="2134"/>
                    <a:pt x="4595" y="2683"/>
                    <a:pt x="5205" y="4172"/>
                  </a:cubicBezTo>
                  <a:cubicBezTo>
                    <a:pt x="6539" y="7374"/>
                    <a:pt x="9274" y="25587"/>
                    <a:pt x="9274" y="25587"/>
                  </a:cubicBezTo>
                  <a:lnTo>
                    <a:pt x="9341" y="29823"/>
                  </a:lnTo>
                  <a:cubicBezTo>
                    <a:pt x="9341" y="29823"/>
                    <a:pt x="11376" y="28356"/>
                    <a:pt x="10975" y="20917"/>
                  </a:cubicBezTo>
                  <a:cubicBezTo>
                    <a:pt x="10544" y="13557"/>
                    <a:pt x="9290" y="1"/>
                    <a:pt x="41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2" name="Google Shape;1322;p51"/>
          <p:cNvSpPr txBox="1"/>
          <p:nvPr>
            <p:ph idx="1" type="subTitle"/>
          </p:nvPr>
        </p:nvSpPr>
        <p:spPr>
          <a:xfrm>
            <a:off x="2918275" y="3224794"/>
            <a:ext cx="3657600" cy="274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Do you have 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llege Center by Slidego">
  <a:themeElements>
    <a:clrScheme name="Simple Light">
      <a:dk1>
        <a:srgbClr val="000000"/>
      </a:dk1>
      <a:lt1>
        <a:srgbClr val="FFFFFF"/>
      </a:lt1>
      <a:dk2>
        <a:srgbClr val="B4A7D6"/>
      </a:dk2>
      <a:lt2>
        <a:srgbClr val="EEEEEE"/>
      </a:lt2>
      <a:accent1>
        <a:srgbClr val="B9E3C6"/>
      </a:accent1>
      <a:accent2>
        <a:srgbClr val="FF7E6B"/>
      </a:accent2>
      <a:accent3>
        <a:srgbClr val="2C302E"/>
      </a:accent3>
      <a:accent4>
        <a:srgbClr val="124E78"/>
      </a:accent4>
      <a:accent5>
        <a:srgbClr val="FCF6BD"/>
      </a:accent5>
      <a:accent6>
        <a:srgbClr val="F9CB9C"/>
      </a:accent6>
      <a:hlink>
        <a:srgbClr val="124E7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